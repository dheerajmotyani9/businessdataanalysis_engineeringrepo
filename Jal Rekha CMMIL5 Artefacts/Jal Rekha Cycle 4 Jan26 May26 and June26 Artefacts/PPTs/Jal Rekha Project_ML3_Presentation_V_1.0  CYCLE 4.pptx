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notesMasterIdLst>
    <p:notesMasterId r:id="rId26"/>
  </p:notesMasterIdLst>
  <p:handoutMasterIdLst>
    <p:handoutMasterId r:id="rId27"/>
  </p:handoutMasterIdLst>
  <p:sldIdLst>
    <p:sldId id="257" r:id="rId5"/>
    <p:sldId id="258" r:id="rId6"/>
    <p:sldId id="260" r:id="rId7"/>
    <p:sldId id="285" r:id="rId8"/>
    <p:sldId id="259" r:id="rId9"/>
    <p:sldId id="262" r:id="rId10"/>
    <p:sldId id="267" r:id="rId11"/>
    <p:sldId id="283" r:id="rId12"/>
    <p:sldId id="279" r:id="rId13"/>
    <p:sldId id="284" r:id="rId14"/>
    <p:sldId id="268" r:id="rId15"/>
    <p:sldId id="269" r:id="rId16"/>
    <p:sldId id="286" r:id="rId17"/>
    <p:sldId id="287" r:id="rId18"/>
    <p:sldId id="270" r:id="rId19"/>
    <p:sldId id="271" r:id="rId20"/>
    <p:sldId id="272" r:id="rId21"/>
    <p:sldId id="280" r:id="rId22"/>
    <p:sldId id="277" r:id="rId23"/>
    <p:sldId id="278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743" autoAdjust="0"/>
  </p:normalViewPr>
  <p:slideViewPr>
    <p:cSldViewPr snapToGrid="0">
      <p:cViewPr varScale="1">
        <p:scale>
          <a:sx n="63" d="100"/>
          <a:sy n="63" d="100"/>
        </p:scale>
        <p:origin x="7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Rajak" userId="9d9483f5-0ce4-4c00-8d93-de64adba886d" providerId="ADAL" clId="{445D4692-5CE4-4894-ADCD-9B56ED65FFC2}"/>
    <pc:docChg chg="custSel delSld modSld">
      <pc:chgData name="Prakash Rajak" userId="9d9483f5-0ce4-4c00-8d93-de64adba886d" providerId="ADAL" clId="{445D4692-5CE4-4894-ADCD-9B56ED65FFC2}" dt="2025-09-30T05:01:22.798" v="5" actId="47"/>
      <pc:docMkLst>
        <pc:docMk/>
      </pc:docMkLst>
      <pc:sldChg chg="del">
        <pc:chgData name="Prakash Rajak" userId="9d9483f5-0ce4-4c00-8d93-de64adba886d" providerId="ADAL" clId="{445D4692-5CE4-4894-ADCD-9B56ED65FFC2}" dt="2025-09-30T04:59:01.994" v="1" actId="47"/>
        <pc:sldMkLst>
          <pc:docMk/>
          <pc:sldMk cId="2868516915" sldId="261"/>
        </pc:sldMkLst>
      </pc:sldChg>
      <pc:sldChg chg="del">
        <pc:chgData name="Prakash Rajak" userId="9d9483f5-0ce4-4c00-8d93-de64adba886d" providerId="ADAL" clId="{445D4692-5CE4-4894-ADCD-9B56ED65FFC2}" dt="2025-09-30T04:58:59.562" v="0" actId="47"/>
        <pc:sldMkLst>
          <pc:docMk/>
          <pc:sldMk cId="185914125" sldId="265"/>
        </pc:sldMkLst>
      </pc:sldChg>
      <pc:sldChg chg="del">
        <pc:chgData name="Prakash Rajak" userId="9d9483f5-0ce4-4c00-8d93-de64adba886d" providerId="ADAL" clId="{445D4692-5CE4-4894-ADCD-9B56ED65FFC2}" dt="2025-09-30T05:01:22.798" v="5" actId="47"/>
        <pc:sldMkLst>
          <pc:docMk/>
          <pc:sldMk cId="4255905403" sldId="266"/>
        </pc:sldMkLst>
      </pc:sldChg>
      <pc:sldChg chg="addSp delSp modSp mod">
        <pc:chgData name="Prakash Rajak" userId="9d9483f5-0ce4-4c00-8d93-de64adba886d" providerId="ADAL" clId="{445D4692-5CE4-4894-ADCD-9B56ED65FFC2}" dt="2025-09-30T05:01:05.879" v="2" actId="478"/>
        <pc:sldMkLst>
          <pc:docMk/>
          <pc:sldMk cId="449592728" sldId="270"/>
        </pc:sldMkLst>
        <pc:spChg chg="add mod">
          <ac:chgData name="Prakash Rajak" userId="9d9483f5-0ce4-4c00-8d93-de64adba886d" providerId="ADAL" clId="{445D4692-5CE4-4894-ADCD-9B56ED65FFC2}" dt="2025-09-30T05:01:05.879" v="2" actId="478"/>
          <ac:spMkLst>
            <pc:docMk/>
            <pc:sldMk cId="449592728" sldId="270"/>
            <ac:spMk id="5" creationId="{DD8C23F4-4386-5D85-0774-4CA95D87BD86}"/>
          </ac:spMkLst>
        </pc:spChg>
        <pc:graphicFrameChg chg="del">
          <ac:chgData name="Prakash Rajak" userId="9d9483f5-0ce4-4c00-8d93-de64adba886d" providerId="ADAL" clId="{445D4692-5CE4-4894-ADCD-9B56ED65FFC2}" dt="2025-09-30T05:01:05.879" v="2" actId="478"/>
          <ac:graphicFrameMkLst>
            <pc:docMk/>
            <pc:sldMk cId="449592728" sldId="270"/>
            <ac:graphicFrameMk id="4" creationId="{800B585E-D13B-21CF-BC09-341ECC221F59}"/>
          </ac:graphicFrameMkLst>
        </pc:graphicFrameChg>
      </pc:sldChg>
      <pc:sldChg chg="addSp delSp modSp mod">
        <pc:chgData name="Prakash Rajak" userId="9d9483f5-0ce4-4c00-8d93-de64adba886d" providerId="ADAL" clId="{445D4692-5CE4-4894-ADCD-9B56ED65FFC2}" dt="2025-09-30T05:01:09.049" v="3" actId="478"/>
        <pc:sldMkLst>
          <pc:docMk/>
          <pc:sldMk cId="2760608265" sldId="271"/>
        </pc:sldMkLst>
        <pc:spChg chg="add mod">
          <ac:chgData name="Prakash Rajak" userId="9d9483f5-0ce4-4c00-8d93-de64adba886d" providerId="ADAL" clId="{445D4692-5CE4-4894-ADCD-9B56ED65FFC2}" dt="2025-09-30T05:01:09.049" v="3" actId="478"/>
          <ac:spMkLst>
            <pc:docMk/>
            <pc:sldMk cId="2760608265" sldId="271"/>
            <ac:spMk id="5" creationId="{06C7D1A5-8175-5514-DD1C-FD1F5F08DF40}"/>
          </ac:spMkLst>
        </pc:spChg>
        <pc:graphicFrameChg chg="del">
          <ac:chgData name="Prakash Rajak" userId="9d9483f5-0ce4-4c00-8d93-de64adba886d" providerId="ADAL" clId="{445D4692-5CE4-4894-ADCD-9B56ED65FFC2}" dt="2025-09-30T05:01:09.049" v="3" actId="478"/>
          <ac:graphicFrameMkLst>
            <pc:docMk/>
            <pc:sldMk cId="2760608265" sldId="271"/>
            <ac:graphicFrameMk id="4" creationId="{F4F14578-9F53-C245-52F3-E0C5F79E4F31}"/>
          </ac:graphicFrameMkLst>
        </pc:graphicFrameChg>
      </pc:sldChg>
      <pc:sldChg chg="delSp mod">
        <pc:chgData name="Prakash Rajak" userId="9d9483f5-0ce4-4c00-8d93-de64adba886d" providerId="ADAL" clId="{445D4692-5CE4-4894-ADCD-9B56ED65FFC2}" dt="2025-09-30T05:01:15.225" v="4" actId="478"/>
        <pc:sldMkLst>
          <pc:docMk/>
          <pc:sldMk cId="2800971905" sldId="276"/>
        </pc:sldMkLst>
        <pc:picChg chg="del">
          <ac:chgData name="Prakash Rajak" userId="9d9483f5-0ce4-4c00-8d93-de64adba886d" providerId="ADAL" clId="{445D4692-5CE4-4894-ADCD-9B56ED65FFC2}" dt="2025-09-30T05:01:15.225" v="4" actId="478"/>
          <ac:picMkLst>
            <pc:docMk/>
            <pc:sldMk cId="2800971905" sldId="276"/>
            <ac:picMk id="5" creationId="{9EC240FB-622C-A1D1-FC20-6137B44A6737}"/>
          </ac:picMkLst>
        </pc:picChg>
      </pc:sldChg>
    </pc:docChg>
  </pc:docChgLst>
  <pc:docChgLst>
    <pc:chgData name="Prakash Rajak" userId="9d9483f5-0ce4-4c00-8d93-de64adba886d" providerId="ADAL" clId="{DFB6B94D-F4A5-41A2-BEBD-4EF0502248C2}"/>
    <pc:docChg chg="custSel addSld delSld modSld sldOrd">
      <pc:chgData name="Prakash Rajak" userId="9d9483f5-0ce4-4c00-8d93-de64adba886d" providerId="ADAL" clId="{DFB6B94D-F4A5-41A2-BEBD-4EF0502248C2}" dt="2024-10-08T08:49:55.698" v="295" actId="2696"/>
      <pc:docMkLst>
        <pc:docMk/>
      </pc:docMkLst>
      <pc:sldChg chg="modSp mod">
        <pc:chgData name="Prakash Rajak" userId="9d9483f5-0ce4-4c00-8d93-de64adba886d" providerId="ADAL" clId="{DFB6B94D-F4A5-41A2-BEBD-4EF0502248C2}" dt="2024-10-08T08:49:46.154" v="294" actId="20577"/>
        <pc:sldMkLst>
          <pc:docMk/>
          <pc:sldMk cId="384150295" sldId="259"/>
        </pc:sldMkLst>
      </pc:sldChg>
      <pc:sldChg chg="ord">
        <pc:chgData name="Prakash Rajak" userId="9d9483f5-0ce4-4c00-8d93-de64adba886d" providerId="ADAL" clId="{DFB6B94D-F4A5-41A2-BEBD-4EF0502248C2}" dt="2024-10-08T08:43:32.084" v="1"/>
        <pc:sldMkLst>
          <pc:docMk/>
          <pc:sldMk cId="2138828246" sldId="260"/>
        </pc:sldMkLst>
      </pc:sldChg>
      <pc:sldChg chg="addSp delSp modSp mod">
        <pc:chgData name="Prakash Rajak" userId="9d9483f5-0ce4-4c00-8d93-de64adba886d" providerId="ADAL" clId="{DFB6B94D-F4A5-41A2-BEBD-4EF0502248C2}" dt="2024-10-08T08:44:21.662" v="28" actId="478"/>
        <pc:sldMkLst>
          <pc:docMk/>
          <pc:sldMk cId="2868516915" sldId="261"/>
        </pc:sldMkLst>
      </pc:sldChg>
      <pc:sldChg chg="modSp mod">
        <pc:chgData name="Prakash Rajak" userId="9d9483f5-0ce4-4c00-8d93-de64adba886d" providerId="ADAL" clId="{DFB6B94D-F4A5-41A2-BEBD-4EF0502248C2}" dt="2024-10-08T08:44:40.459" v="30" actId="20577"/>
        <pc:sldMkLst>
          <pc:docMk/>
          <pc:sldMk cId="1943468186" sldId="262"/>
        </pc:sldMkLst>
      </pc:sldChg>
      <pc:sldChg chg="del">
        <pc:chgData name="Prakash Rajak" userId="9d9483f5-0ce4-4c00-8d93-de64adba886d" providerId="ADAL" clId="{DFB6B94D-F4A5-41A2-BEBD-4EF0502248C2}" dt="2024-10-08T08:49:55.698" v="295" actId="2696"/>
        <pc:sldMkLst>
          <pc:docMk/>
          <pc:sldMk cId="1399641014" sldId="263"/>
        </pc:sldMkLst>
      </pc:sldChg>
      <pc:sldChg chg="delSp modSp mod">
        <pc:chgData name="Prakash Rajak" userId="9d9483f5-0ce4-4c00-8d93-de64adba886d" providerId="ADAL" clId="{DFB6B94D-F4A5-41A2-BEBD-4EF0502248C2}" dt="2024-10-08T08:45:05.696" v="36" actId="478"/>
        <pc:sldMkLst>
          <pc:docMk/>
          <pc:sldMk cId="2080934391" sldId="267"/>
        </pc:sldMkLst>
      </pc:sldChg>
      <pc:sldChg chg="delSp mod">
        <pc:chgData name="Prakash Rajak" userId="9d9483f5-0ce4-4c00-8d93-de64adba886d" providerId="ADAL" clId="{DFB6B94D-F4A5-41A2-BEBD-4EF0502248C2}" dt="2024-10-08T08:45:10.940" v="37" actId="478"/>
        <pc:sldMkLst>
          <pc:docMk/>
          <pc:sldMk cId="3995816809" sldId="268"/>
        </pc:sldMkLst>
      </pc:sldChg>
      <pc:sldChg chg="modSp mod">
        <pc:chgData name="Prakash Rajak" userId="9d9483f5-0ce4-4c00-8d93-de64adba886d" providerId="ADAL" clId="{DFB6B94D-F4A5-41A2-BEBD-4EF0502248C2}" dt="2024-10-08T08:45:46.120" v="86" actId="20577"/>
        <pc:sldMkLst>
          <pc:docMk/>
          <pc:sldMk cId="1125991405" sldId="269"/>
        </pc:sldMkLst>
      </pc:sldChg>
      <pc:sldChg chg="delSp modSp mod">
        <pc:chgData name="Prakash Rajak" userId="9d9483f5-0ce4-4c00-8d93-de64adba886d" providerId="ADAL" clId="{DFB6B94D-F4A5-41A2-BEBD-4EF0502248C2}" dt="2024-10-08T08:46:38.067" v="184" actId="478"/>
        <pc:sldMkLst>
          <pc:docMk/>
          <pc:sldMk cId="4275267262" sldId="272"/>
        </pc:sldMkLst>
      </pc:sldChg>
      <pc:sldChg chg="del">
        <pc:chgData name="Prakash Rajak" userId="9d9483f5-0ce4-4c00-8d93-de64adba886d" providerId="ADAL" clId="{DFB6B94D-F4A5-41A2-BEBD-4EF0502248C2}" dt="2024-10-08T08:45:51.593" v="87" actId="2696"/>
        <pc:sldMkLst>
          <pc:docMk/>
          <pc:sldMk cId="3218472810" sldId="273"/>
        </pc:sldMkLst>
      </pc:sldChg>
      <pc:sldChg chg="del">
        <pc:chgData name="Prakash Rajak" userId="9d9483f5-0ce4-4c00-8d93-de64adba886d" providerId="ADAL" clId="{DFB6B94D-F4A5-41A2-BEBD-4EF0502248C2}" dt="2024-10-08T08:46:41.751" v="185" actId="2696"/>
        <pc:sldMkLst>
          <pc:docMk/>
          <pc:sldMk cId="331135941" sldId="274"/>
        </pc:sldMkLst>
      </pc:sldChg>
      <pc:sldChg chg="del">
        <pc:chgData name="Prakash Rajak" userId="9d9483f5-0ce4-4c00-8d93-de64adba886d" providerId="ADAL" clId="{DFB6B94D-F4A5-41A2-BEBD-4EF0502248C2}" dt="2024-10-08T08:47:10.384" v="205" actId="2696"/>
        <pc:sldMkLst>
          <pc:docMk/>
          <pc:sldMk cId="68753557" sldId="275"/>
        </pc:sldMkLst>
      </pc:sldChg>
      <pc:sldChg chg="ord">
        <pc:chgData name="Prakash Rajak" userId="9d9483f5-0ce4-4c00-8d93-de64adba886d" providerId="ADAL" clId="{DFB6B94D-F4A5-41A2-BEBD-4EF0502248C2}" dt="2024-10-08T08:48:10.907" v="245"/>
        <pc:sldMkLst>
          <pc:docMk/>
          <pc:sldMk cId="2800971905" sldId="276"/>
        </pc:sldMkLst>
      </pc:sldChg>
      <pc:sldChg chg="delSp modSp mod">
        <pc:chgData name="Prakash Rajak" userId="9d9483f5-0ce4-4c00-8d93-de64adba886d" providerId="ADAL" clId="{DFB6B94D-F4A5-41A2-BEBD-4EF0502248C2}" dt="2024-10-08T08:46:14.327" v="120" actId="20577"/>
        <pc:sldMkLst>
          <pc:docMk/>
          <pc:sldMk cId="1883972421" sldId="279"/>
        </pc:sldMkLst>
      </pc:sldChg>
      <pc:sldChg chg="delSp mod">
        <pc:chgData name="Prakash Rajak" userId="9d9483f5-0ce4-4c00-8d93-de64adba886d" providerId="ADAL" clId="{DFB6B94D-F4A5-41A2-BEBD-4EF0502248C2}" dt="2024-10-08T08:46:45.442" v="186" actId="478"/>
        <pc:sldMkLst>
          <pc:docMk/>
          <pc:sldMk cId="1939699074" sldId="280"/>
        </pc:sldMkLst>
      </pc:sldChg>
      <pc:sldChg chg="del">
        <pc:chgData name="Prakash Rajak" userId="9d9483f5-0ce4-4c00-8d93-de64adba886d" providerId="ADAL" clId="{DFB6B94D-F4A5-41A2-BEBD-4EF0502248C2}" dt="2024-10-08T08:48:03.786" v="242" actId="2696"/>
        <pc:sldMkLst>
          <pc:docMk/>
          <pc:sldMk cId="2598600946" sldId="281"/>
        </pc:sldMkLst>
      </pc:sldChg>
      <pc:sldChg chg="del">
        <pc:chgData name="Prakash Rajak" userId="9d9483f5-0ce4-4c00-8d93-de64adba886d" providerId="ADAL" clId="{DFB6B94D-F4A5-41A2-BEBD-4EF0502248C2}" dt="2024-10-08T08:48:06.874" v="243" actId="2696"/>
        <pc:sldMkLst>
          <pc:docMk/>
          <pc:sldMk cId="1581565971" sldId="282"/>
        </pc:sldMkLst>
      </pc:sldChg>
      <pc:sldChg chg="modSp new mod">
        <pc:chgData name="Prakash Rajak" userId="9d9483f5-0ce4-4c00-8d93-de64adba886d" providerId="ADAL" clId="{DFB6B94D-F4A5-41A2-BEBD-4EF0502248C2}" dt="2024-10-08T08:47:46.961" v="241" actId="20577"/>
        <pc:sldMkLst>
          <pc:docMk/>
          <pc:sldMk cId="3247151194" sldId="283"/>
        </pc:sldMkLst>
      </pc:sldChg>
      <pc:sldChg chg="modSp new mod">
        <pc:chgData name="Prakash Rajak" userId="9d9483f5-0ce4-4c00-8d93-de64adba886d" providerId="ADAL" clId="{DFB6B94D-F4A5-41A2-BEBD-4EF0502248C2}" dt="2024-10-08T08:49:06.160" v="293" actId="20577"/>
        <pc:sldMkLst>
          <pc:docMk/>
          <pc:sldMk cId="1341320592" sldId="28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6E7605-8CD6-419F-AC0C-B9810742F94F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C02EB31-BC5E-4DBA-9642-88F6772B07B5}">
      <dgm:prSet custT="1"/>
      <dgm:spPr/>
      <dgm:t>
        <a:bodyPr/>
        <a:lstStyle/>
        <a:p>
          <a:r>
            <a:rPr lang="en-US" sz="1050" b="1" i="0" dirty="0"/>
            <a:t>Database Developer </a:t>
          </a:r>
          <a:endParaRPr lang="en-IN" sz="1050" b="1" dirty="0"/>
        </a:p>
      </dgm:t>
    </dgm:pt>
    <dgm:pt modelId="{C0BD2D63-B6B7-4EFF-B951-9CFA77D65E6F}" type="parTrans" cxnId="{654930AE-7FCE-42DF-AB20-438261B54C09}">
      <dgm:prSet/>
      <dgm:spPr/>
      <dgm:t>
        <a:bodyPr/>
        <a:lstStyle/>
        <a:p>
          <a:endParaRPr lang="en-IN" sz="1050"/>
        </a:p>
      </dgm:t>
    </dgm:pt>
    <dgm:pt modelId="{E202CC73-7047-4D88-B24B-D884C5625CF7}" type="sibTrans" cxnId="{654930AE-7FCE-42DF-AB20-438261B54C09}">
      <dgm:prSet/>
      <dgm:spPr/>
      <dgm:t>
        <a:bodyPr/>
        <a:lstStyle/>
        <a:p>
          <a:endParaRPr lang="en-IN"/>
        </a:p>
      </dgm:t>
    </dgm:pt>
    <dgm:pt modelId="{72065BD2-B000-49B5-A91B-8B5BE32E19F1}">
      <dgm:prSet custT="1"/>
      <dgm:spPr/>
      <dgm:t>
        <a:bodyPr/>
        <a:lstStyle/>
        <a:p>
          <a:r>
            <a:rPr lang="en-US" sz="1050" b="1" i="0" dirty="0"/>
            <a:t> Tech Lead</a:t>
          </a:r>
          <a:endParaRPr lang="en-IN" sz="1050" b="1" dirty="0"/>
        </a:p>
      </dgm:t>
    </dgm:pt>
    <dgm:pt modelId="{D398BF7C-05BD-4DAB-8F92-7A728D4B221A}" type="parTrans" cxnId="{4AFF10EB-8B54-4136-B175-258469A017CF}">
      <dgm:prSet/>
      <dgm:spPr/>
      <dgm:t>
        <a:bodyPr/>
        <a:lstStyle/>
        <a:p>
          <a:endParaRPr lang="en-IN" sz="1050"/>
        </a:p>
      </dgm:t>
    </dgm:pt>
    <dgm:pt modelId="{E9607F94-B903-4480-AAE8-91989D229543}" type="sibTrans" cxnId="{4AFF10EB-8B54-4136-B175-258469A017CF}">
      <dgm:prSet/>
      <dgm:spPr/>
      <dgm:t>
        <a:bodyPr/>
        <a:lstStyle/>
        <a:p>
          <a:endParaRPr lang="en-IN"/>
        </a:p>
      </dgm:t>
    </dgm:pt>
    <dgm:pt modelId="{F136BBCB-47CA-4B65-97FB-C0FC5D0D9CAF}">
      <dgm:prSet custT="1"/>
      <dgm:spPr/>
      <dgm:t>
        <a:bodyPr/>
        <a:lstStyle/>
        <a:p>
          <a:r>
            <a:rPr lang="en-US" sz="1050" b="1" i="0" dirty="0"/>
            <a:t>Developer</a:t>
          </a:r>
          <a:endParaRPr lang="en-IN" sz="1050" b="1" dirty="0"/>
        </a:p>
      </dgm:t>
    </dgm:pt>
    <dgm:pt modelId="{F423EEB3-3C43-4F8C-8594-460241846CEB}" type="parTrans" cxnId="{B03CDA9B-922D-49F6-9601-BD16EE53232A}">
      <dgm:prSet/>
      <dgm:spPr/>
      <dgm:t>
        <a:bodyPr/>
        <a:lstStyle/>
        <a:p>
          <a:endParaRPr lang="en-IN" sz="1050"/>
        </a:p>
      </dgm:t>
    </dgm:pt>
    <dgm:pt modelId="{946DBD1C-CBC7-4AAB-86F2-B539A3473ED6}" type="sibTrans" cxnId="{B03CDA9B-922D-49F6-9601-BD16EE53232A}">
      <dgm:prSet/>
      <dgm:spPr/>
      <dgm:t>
        <a:bodyPr/>
        <a:lstStyle/>
        <a:p>
          <a:endParaRPr lang="en-IN"/>
        </a:p>
      </dgm:t>
    </dgm:pt>
    <dgm:pt modelId="{EDA03F03-197B-4564-B7C5-3FF07CC0DB44}">
      <dgm:prSet custT="1"/>
      <dgm:spPr/>
      <dgm:t>
        <a:bodyPr/>
        <a:lstStyle/>
        <a:p>
          <a:r>
            <a:rPr lang="en-US" sz="1050" b="1" i="0" dirty="0"/>
            <a:t>Senior Developer   </a:t>
          </a:r>
          <a:endParaRPr lang="en-IN" sz="1050" b="1" dirty="0"/>
        </a:p>
      </dgm:t>
    </dgm:pt>
    <dgm:pt modelId="{7B8F9237-740A-4CCD-B014-02183B280978}" type="parTrans" cxnId="{3BC96CB0-532F-4242-88D0-BE67C1C2C013}">
      <dgm:prSet/>
      <dgm:spPr/>
      <dgm:t>
        <a:bodyPr/>
        <a:lstStyle/>
        <a:p>
          <a:endParaRPr lang="en-IN" sz="1050"/>
        </a:p>
      </dgm:t>
    </dgm:pt>
    <dgm:pt modelId="{F5542744-122A-4CE7-9386-ABC99199F6FA}" type="sibTrans" cxnId="{3BC96CB0-532F-4242-88D0-BE67C1C2C013}">
      <dgm:prSet/>
      <dgm:spPr/>
      <dgm:t>
        <a:bodyPr/>
        <a:lstStyle/>
        <a:p>
          <a:endParaRPr lang="en-IN"/>
        </a:p>
      </dgm:t>
    </dgm:pt>
    <dgm:pt modelId="{22D858F0-446E-4831-9E01-C9920566F988}">
      <dgm:prSet custT="1"/>
      <dgm:spPr/>
      <dgm:t>
        <a:bodyPr/>
        <a:lstStyle/>
        <a:p>
          <a:r>
            <a:rPr lang="en-US" sz="1050" b="1" i="0" dirty="0" smtClean="0"/>
            <a:t>Tester   </a:t>
          </a:r>
          <a:endParaRPr lang="en-IN" sz="1050" b="1" dirty="0"/>
        </a:p>
      </dgm:t>
    </dgm:pt>
    <dgm:pt modelId="{647DF0EC-2379-4CEE-8A78-FDFAF7EA464B}" type="sibTrans" cxnId="{8B9E91D2-CDFA-4421-86AA-5E0C23C616B8}">
      <dgm:prSet/>
      <dgm:spPr/>
      <dgm:t>
        <a:bodyPr/>
        <a:lstStyle/>
        <a:p>
          <a:endParaRPr lang="en-IN"/>
        </a:p>
      </dgm:t>
    </dgm:pt>
    <dgm:pt modelId="{981BD701-FBDC-4355-9B09-9C60C0B8371B}" type="parTrans" cxnId="{8B9E91D2-CDFA-4421-86AA-5E0C23C616B8}">
      <dgm:prSet/>
      <dgm:spPr/>
      <dgm:t>
        <a:bodyPr/>
        <a:lstStyle/>
        <a:p>
          <a:endParaRPr lang="en-IN" sz="1050"/>
        </a:p>
      </dgm:t>
    </dgm:pt>
    <dgm:pt modelId="{48983FD5-6A1B-456B-ACB6-A6D7EC2068BB}">
      <dgm:prSet custT="1"/>
      <dgm:spPr/>
      <dgm:t>
        <a:bodyPr/>
        <a:lstStyle/>
        <a:p>
          <a:r>
            <a:rPr lang="en-US" sz="1050" b="1" i="0" dirty="0"/>
            <a:t>Senior Business Analyst </a:t>
          </a:r>
          <a:endParaRPr lang="en-IN" sz="1050" b="1" dirty="0"/>
        </a:p>
      </dgm:t>
    </dgm:pt>
    <dgm:pt modelId="{80BC519B-F062-42FD-90C8-56C39946BA30}" type="sibTrans" cxnId="{7B644D43-271C-4A68-8967-4861FB9E017B}">
      <dgm:prSet/>
      <dgm:spPr/>
      <dgm:t>
        <a:bodyPr/>
        <a:lstStyle/>
        <a:p>
          <a:endParaRPr lang="en-IN"/>
        </a:p>
      </dgm:t>
    </dgm:pt>
    <dgm:pt modelId="{49FF8829-E760-4DFC-A088-D83CC12D1C69}" type="parTrans" cxnId="{7B644D43-271C-4A68-8967-4861FB9E017B}">
      <dgm:prSet/>
      <dgm:spPr/>
      <dgm:t>
        <a:bodyPr/>
        <a:lstStyle/>
        <a:p>
          <a:endParaRPr lang="en-IN" sz="1050"/>
        </a:p>
      </dgm:t>
    </dgm:pt>
    <dgm:pt modelId="{BE4AF19B-6D88-43D6-9605-036E659FA1BF}">
      <dgm:prSet custT="1"/>
      <dgm:spPr/>
      <dgm:t>
        <a:bodyPr/>
        <a:lstStyle/>
        <a:p>
          <a:r>
            <a:rPr lang="en-US" sz="1050" b="1" i="0" dirty="0"/>
            <a:t>Managing Director</a:t>
          </a:r>
          <a:endParaRPr lang="en-IN" sz="1050" b="1" dirty="0"/>
        </a:p>
      </dgm:t>
    </dgm:pt>
    <dgm:pt modelId="{0346E39E-1722-45FB-9546-1B54A8FD842E}" type="sibTrans" cxnId="{4BED5017-1195-44DC-89FE-F508A0D0D006}">
      <dgm:prSet/>
      <dgm:spPr/>
      <dgm:t>
        <a:bodyPr/>
        <a:lstStyle/>
        <a:p>
          <a:endParaRPr lang="en-IN"/>
        </a:p>
      </dgm:t>
    </dgm:pt>
    <dgm:pt modelId="{86A0614A-4D98-49D0-92CD-3EEFFF6589F1}" type="parTrans" cxnId="{4BED5017-1195-44DC-89FE-F508A0D0D006}">
      <dgm:prSet/>
      <dgm:spPr/>
      <dgm:t>
        <a:bodyPr/>
        <a:lstStyle/>
        <a:p>
          <a:endParaRPr lang="en-IN"/>
        </a:p>
      </dgm:t>
    </dgm:pt>
    <dgm:pt modelId="{B6D091A6-EC2F-4DED-A3F6-3909EED373F8}">
      <dgm:prSet custT="1"/>
      <dgm:spPr/>
      <dgm:t>
        <a:bodyPr/>
        <a:lstStyle/>
        <a:p>
          <a:r>
            <a:rPr lang="en-US" sz="1050" b="1" i="0" dirty="0"/>
            <a:t>OIC</a:t>
          </a:r>
          <a:endParaRPr lang="en-IN" sz="1050" b="1" dirty="0"/>
        </a:p>
      </dgm:t>
    </dgm:pt>
    <dgm:pt modelId="{38E1656B-CB8C-468F-B1B9-5DE48E977BB7}" type="sibTrans" cxnId="{83AC6594-3E2D-4507-A55D-5AD6C3D04F7B}">
      <dgm:prSet/>
      <dgm:spPr/>
      <dgm:t>
        <a:bodyPr/>
        <a:lstStyle/>
        <a:p>
          <a:endParaRPr lang="en-IN"/>
        </a:p>
      </dgm:t>
    </dgm:pt>
    <dgm:pt modelId="{AA26833C-EF6E-4066-98D7-AE183B0A2CA4}" type="parTrans" cxnId="{83AC6594-3E2D-4507-A55D-5AD6C3D04F7B}">
      <dgm:prSet/>
      <dgm:spPr/>
      <dgm:t>
        <a:bodyPr/>
        <a:lstStyle/>
        <a:p>
          <a:endParaRPr lang="en-IN"/>
        </a:p>
      </dgm:t>
    </dgm:pt>
    <dgm:pt modelId="{07B99684-3526-4F7C-A1C5-28E05D817D99}">
      <dgm:prSet custT="1"/>
      <dgm:spPr/>
      <dgm:t>
        <a:bodyPr/>
        <a:lstStyle/>
        <a:p>
          <a:r>
            <a:rPr lang="en-US" sz="1050" b="1" i="0" dirty="0"/>
            <a:t>Project Manager</a:t>
          </a:r>
          <a:endParaRPr lang="en-IN" sz="1050" b="1" dirty="0"/>
        </a:p>
      </dgm:t>
    </dgm:pt>
    <dgm:pt modelId="{7F900A1F-E762-4428-8A9A-8FD3E64B7B1C}" type="sibTrans" cxnId="{4FD55E53-71EA-496C-B12C-16FA178EDFD1}">
      <dgm:prSet/>
      <dgm:spPr/>
      <dgm:t>
        <a:bodyPr/>
        <a:lstStyle/>
        <a:p>
          <a:endParaRPr lang="en-IN"/>
        </a:p>
      </dgm:t>
    </dgm:pt>
    <dgm:pt modelId="{A9B67111-3975-4DFA-A307-E459F9F24D12}" type="parTrans" cxnId="{4FD55E53-71EA-496C-B12C-16FA178EDFD1}">
      <dgm:prSet/>
      <dgm:spPr/>
      <dgm:t>
        <a:bodyPr/>
        <a:lstStyle/>
        <a:p>
          <a:endParaRPr lang="en-IN"/>
        </a:p>
      </dgm:t>
    </dgm:pt>
    <dgm:pt modelId="{1030A28F-F82F-4990-AA69-86E888372B0D}" type="pres">
      <dgm:prSet presAssocID="{F16E7605-8CD6-419F-AC0C-B9810742F94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7547017-D7B7-4701-9152-7ABF1E35E5A0}" type="pres">
      <dgm:prSet presAssocID="{BE4AF19B-6D88-43D6-9605-036E659FA1BF}" presName="hierRoot1" presStyleCnt="0">
        <dgm:presLayoutVars>
          <dgm:hierBranch val="init"/>
        </dgm:presLayoutVars>
      </dgm:prSet>
      <dgm:spPr/>
    </dgm:pt>
    <dgm:pt modelId="{DB8ECB2B-02F7-4C09-98BC-8620B226BBDF}" type="pres">
      <dgm:prSet presAssocID="{BE4AF19B-6D88-43D6-9605-036E659FA1BF}" presName="rootComposite1" presStyleCnt="0"/>
      <dgm:spPr/>
    </dgm:pt>
    <dgm:pt modelId="{0C42B0D9-6B95-4AF0-9E89-B0BD5574A16E}" type="pres">
      <dgm:prSet presAssocID="{BE4AF19B-6D88-43D6-9605-036E659FA1BF}" presName="rootText1" presStyleLbl="node0" presStyleIdx="0" presStyleCnt="1" custScaleX="164291" custScaleY="105650" custLinFactNeighborX="-787" custLinFactNeighborY="482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3B45F6C-4C49-4D78-938B-516A71220241}" type="pres">
      <dgm:prSet presAssocID="{BE4AF19B-6D88-43D6-9605-036E659FA1B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790D0EB-397E-4513-9918-939A91F603CF}" type="pres">
      <dgm:prSet presAssocID="{BE4AF19B-6D88-43D6-9605-036E659FA1BF}" presName="hierChild2" presStyleCnt="0"/>
      <dgm:spPr/>
    </dgm:pt>
    <dgm:pt modelId="{59A068CA-2509-4417-99E5-33B43242F9A8}" type="pres">
      <dgm:prSet presAssocID="{AA26833C-EF6E-4066-98D7-AE183B0A2CA4}" presName="Name37" presStyleLbl="parChTrans1D2" presStyleIdx="0" presStyleCnt="1"/>
      <dgm:spPr/>
      <dgm:t>
        <a:bodyPr/>
        <a:lstStyle/>
        <a:p>
          <a:endParaRPr lang="en-US"/>
        </a:p>
      </dgm:t>
    </dgm:pt>
    <dgm:pt modelId="{C3520CE7-F89E-4051-AC3C-406FC2FB50DB}" type="pres">
      <dgm:prSet presAssocID="{B6D091A6-EC2F-4DED-A3F6-3909EED373F8}" presName="hierRoot2" presStyleCnt="0">
        <dgm:presLayoutVars>
          <dgm:hierBranch val="init"/>
        </dgm:presLayoutVars>
      </dgm:prSet>
      <dgm:spPr/>
    </dgm:pt>
    <dgm:pt modelId="{FFF3DD5F-5D30-4579-AA70-5A2FE22D8EB4}" type="pres">
      <dgm:prSet presAssocID="{B6D091A6-EC2F-4DED-A3F6-3909EED373F8}" presName="rootComposite" presStyleCnt="0"/>
      <dgm:spPr/>
    </dgm:pt>
    <dgm:pt modelId="{5ED96FAD-C984-40F2-9601-80C58E38BEDC}" type="pres">
      <dgm:prSet presAssocID="{B6D091A6-EC2F-4DED-A3F6-3909EED373F8}" presName="rootText" presStyleLbl="node2" presStyleIdx="0" presStyleCnt="1" custScaleX="156660" custScaleY="87290" custLinFactNeighborX="-568" custLinFactNeighborY="626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2D409FA-4B5F-42B4-8113-EC0B4ED859CA}" type="pres">
      <dgm:prSet presAssocID="{B6D091A6-EC2F-4DED-A3F6-3909EED373F8}" presName="rootConnector" presStyleLbl="node2" presStyleIdx="0" presStyleCnt="1"/>
      <dgm:spPr/>
      <dgm:t>
        <a:bodyPr/>
        <a:lstStyle/>
        <a:p>
          <a:endParaRPr lang="en-US"/>
        </a:p>
      </dgm:t>
    </dgm:pt>
    <dgm:pt modelId="{A6CBDE67-290C-474F-862A-A28E4702A720}" type="pres">
      <dgm:prSet presAssocID="{B6D091A6-EC2F-4DED-A3F6-3909EED373F8}" presName="hierChild4" presStyleCnt="0"/>
      <dgm:spPr/>
    </dgm:pt>
    <dgm:pt modelId="{6303A3AF-275F-4581-B332-49B50AE4C6B4}" type="pres">
      <dgm:prSet presAssocID="{A9B67111-3975-4DFA-A307-E459F9F24D12}" presName="Name37" presStyleLbl="parChTrans1D3" presStyleIdx="0" presStyleCnt="1"/>
      <dgm:spPr/>
      <dgm:t>
        <a:bodyPr/>
        <a:lstStyle/>
        <a:p>
          <a:endParaRPr lang="en-US"/>
        </a:p>
      </dgm:t>
    </dgm:pt>
    <dgm:pt modelId="{AA3A0130-A371-4AAC-B976-6C96CFD292AB}" type="pres">
      <dgm:prSet presAssocID="{07B99684-3526-4F7C-A1C5-28E05D817D99}" presName="hierRoot2" presStyleCnt="0">
        <dgm:presLayoutVars>
          <dgm:hierBranch val="init"/>
        </dgm:presLayoutVars>
      </dgm:prSet>
      <dgm:spPr/>
    </dgm:pt>
    <dgm:pt modelId="{A11EA983-AC11-4CF8-AF78-83BE5DE1FE30}" type="pres">
      <dgm:prSet presAssocID="{07B99684-3526-4F7C-A1C5-28E05D817D99}" presName="rootComposite" presStyleCnt="0"/>
      <dgm:spPr/>
    </dgm:pt>
    <dgm:pt modelId="{1BDD5EED-AA04-481E-90A5-31383CF21A52}" type="pres">
      <dgm:prSet presAssocID="{07B99684-3526-4F7C-A1C5-28E05D817D99}" presName="rootText" presStyleLbl="node3" presStyleIdx="0" presStyleCnt="1" custScaleX="163226" custScaleY="86118" custLinFactNeighborX="-536" custLinFactNeighborY="708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FD38F91-473E-4137-B73B-6B82FDA8BD95}" type="pres">
      <dgm:prSet presAssocID="{07B99684-3526-4F7C-A1C5-28E05D817D99}" presName="rootConnector" presStyleLbl="node3" presStyleIdx="0" presStyleCnt="1"/>
      <dgm:spPr/>
      <dgm:t>
        <a:bodyPr/>
        <a:lstStyle/>
        <a:p>
          <a:endParaRPr lang="en-US"/>
        </a:p>
      </dgm:t>
    </dgm:pt>
    <dgm:pt modelId="{A1199571-909E-4DD9-86FA-8310B6CA3BE2}" type="pres">
      <dgm:prSet presAssocID="{07B99684-3526-4F7C-A1C5-28E05D817D99}" presName="hierChild4" presStyleCnt="0"/>
      <dgm:spPr/>
    </dgm:pt>
    <dgm:pt modelId="{A1C3739D-0B2D-4854-B65C-6442DB2ADBF8}" type="pres">
      <dgm:prSet presAssocID="{49FF8829-E760-4DFC-A088-D83CC12D1C69}" presName="Name37" presStyleLbl="parChTrans1D4" presStyleIdx="0" presStyleCnt="6"/>
      <dgm:spPr/>
      <dgm:t>
        <a:bodyPr/>
        <a:lstStyle/>
        <a:p>
          <a:endParaRPr lang="en-US"/>
        </a:p>
      </dgm:t>
    </dgm:pt>
    <dgm:pt modelId="{9AC16300-6A55-4DD0-AB93-C871D61937F3}" type="pres">
      <dgm:prSet presAssocID="{48983FD5-6A1B-456B-ACB6-A6D7EC2068BB}" presName="hierRoot2" presStyleCnt="0">
        <dgm:presLayoutVars>
          <dgm:hierBranch val="init"/>
        </dgm:presLayoutVars>
      </dgm:prSet>
      <dgm:spPr/>
    </dgm:pt>
    <dgm:pt modelId="{B65B3328-9C26-4FA4-A129-97480386E5A5}" type="pres">
      <dgm:prSet presAssocID="{48983FD5-6A1B-456B-ACB6-A6D7EC2068BB}" presName="rootComposite" presStyleCnt="0"/>
      <dgm:spPr/>
    </dgm:pt>
    <dgm:pt modelId="{F2E47ACA-2F1D-46DF-B65E-A16F3F648738}" type="pres">
      <dgm:prSet presAssocID="{48983FD5-6A1B-456B-ACB6-A6D7EC2068BB}" presName="rootText" presStyleLbl="node4" presStyleIdx="0" presStyleCnt="6" custScaleY="87924" custLinFactX="-19349" custLinFactY="5995" custLinFactNeighborX="-100000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E724B1-67CA-4113-B3DC-ABCEA2081780}" type="pres">
      <dgm:prSet presAssocID="{48983FD5-6A1B-456B-ACB6-A6D7EC2068BB}" presName="rootConnector" presStyleLbl="node4" presStyleIdx="0" presStyleCnt="6"/>
      <dgm:spPr/>
      <dgm:t>
        <a:bodyPr/>
        <a:lstStyle/>
        <a:p>
          <a:endParaRPr lang="en-US"/>
        </a:p>
      </dgm:t>
    </dgm:pt>
    <dgm:pt modelId="{5155639B-5BC6-4F18-9756-249BF432CA2F}" type="pres">
      <dgm:prSet presAssocID="{48983FD5-6A1B-456B-ACB6-A6D7EC2068BB}" presName="hierChild4" presStyleCnt="0"/>
      <dgm:spPr/>
    </dgm:pt>
    <dgm:pt modelId="{05776730-790E-4DCC-90AC-82AD7F091038}" type="pres">
      <dgm:prSet presAssocID="{48983FD5-6A1B-456B-ACB6-A6D7EC2068BB}" presName="hierChild5" presStyleCnt="0"/>
      <dgm:spPr/>
    </dgm:pt>
    <dgm:pt modelId="{72690ADA-D68C-410D-A915-5D9C5CF936F9}" type="pres">
      <dgm:prSet presAssocID="{981BD701-FBDC-4355-9B09-9C60C0B8371B}" presName="Name37" presStyleLbl="parChTrans1D4" presStyleIdx="1" presStyleCnt="6"/>
      <dgm:spPr/>
      <dgm:t>
        <a:bodyPr/>
        <a:lstStyle/>
        <a:p>
          <a:endParaRPr lang="en-US"/>
        </a:p>
      </dgm:t>
    </dgm:pt>
    <dgm:pt modelId="{0F25689F-601F-40C1-9140-F19E1EA3CFBD}" type="pres">
      <dgm:prSet presAssocID="{22D858F0-446E-4831-9E01-C9920566F988}" presName="hierRoot2" presStyleCnt="0">
        <dgm:presLayoutVars>
          <dgm:hierBranch val="init"/>
        </dgm:presLayoutVars>
      </dgm:prSet>
      <dgm:spPr/>
    </dgm:pt>
    <dgm:pt modelId="{300A0454-F633-42C8-88FC-00C9A2652F36}" type="pres">
      <dgm:prSet presAssocID="{22D858F0-446E-4831-9E01-C9920566F988}" presName="rootComposite" presStyleCnt="0"/>
      <dgm:spPr/>
    </dgm:pt>
    <dgm:pt modelId="{789424DB-D60C-4A62-916B-B608C478147A}" type="pres">
      <dgm:prSet presAssocID="{22D858F0-446E-4831-9E01-C9920566F988}" presName="rootText" presStyleLbl="node4" presStyleIdx="1" presStyleCnt="6" custScaleY="87924" custLinFactY="5995" custLinFactNeighborX="-42607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C5FF7FB-BF1F-42D4-AAD7-735801B16004}" type="pres">
      <dgm:prSet presAssocID="{22D858F0-446E-4831-9E01-C9920566F988}" presName="rootConnector" presStyleLbl="node4" presStyleIdx="1" presStyleCnt="6"/>
      <dgm:spPr/>
      <dgm:t>
        <a:bodyPr/>
        <a:lstStyle/>
        <a:p>
          <a:endParaRPr lang="en-US"/>
        </a:p>
      </dgm:t>
    </dgm:pt>
    <dgm:pt modelId="{BE8E72B8-E13A-4BD3-9A7A-90BB11FCFB2F}" type="pres">
      <dgm:prSet presAssocID="{22D858F0-446E-4831-9E01-C9920566F988}" presName="hierChild4" presStyleCnt="0"/>
      <dgm:spPr/>
    </dgm:pt>
    <dgm:pt modelId="{D9A88391-271F-450B-81B6-3D11E90DD3CC}" type="pres">
      <dgm:prSet presAssocID="{22D858F0-446E-4831-9E01-C9920566F988}" presName="hierChild5" presStyleCnt="0"/>
      <dgm:spPr/>
    </dgm:pt>
    <dgm:pt modelId="{D21F666B-2623-4B62-9480-A68D580CC5D9}" type="pres">
      <dgm:prSet presAssocID="{D398BF7C-05BD-4DAB-8F92-7A728D4B221A}" presName="Name37" presStyleLbl="parChTrans1D4" presStyleIdx="2" presStyleCnt="6"/>
      <dgm:spPr/>
      <dgm:t>
        <a:bodyPr/>
        <a:lstStyle/>
        <a:p>
          <a:endParaRPr lang="en-US"/>
        </a:p>
      </dgm:t>
    </dgm:pt>
    <dgm:pt modelId="{D958899C-7140-40BB-83F8-38F1D0942C57}" type="pres">
      <dgm:prSet presAssocID="{72065BD2-B000-49B5-A91B-8B5BE32E19F1}" presName="hierRoot2" presStyleCnt="0">
        <dgm:presLayoutVars>
          <dgm:hierBranch val="init"/>
        </dgm:presLayoutVars>
      </dgm:prSet>
      <dgm:spPr/>
    </dgm:pt>
    <dgm:pt modelId="{295C3D31-F5DF-478C-BF5B-9530B4133FA3}" type="pres">
      <dgm:prSet presAssocID="{72065BD2-B000-49B5-A91B-8B5BE32E19F1}" presName="rootComposite" presStyleCnt="0"/>
      <dgm:spPr/>
    </dgm:pt>
    <dgm:pt modelId="{150492F9-7D93-47B3-84B9-CEA5D07F3E23}" type="pres">
      <dgm:prSet presAssocID="{72065BD2-B000-49B5-A91B-8B5BE32E19F1}" presName="rootText" presStyleLbl="node4" presStyleIdx="2" presStyleCnt="6" custScaleY="76707" custLinFactY="5965" custLinFactNeighborX="52360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48E123-0575-4D50-AE3D-9B022E6CE926}" type="pres">
      <dgm:prSet presAssocID="{72065BD2-B000-49B5-A91B-8B5BE32E19F1}" presName="rootConnector" presStyleLbl="node4" presStyleIdx="2" presStyleCnt="6"/>
      <dgm:spPr/>
      <dgm:t>
        <a:bodyPr/>
        <a:lstStyle/>
        <a:p>
          <a:endParaRPr lang="en-US"/>
        </a:p>
      </dgm:t>
    </dgm:pt>
    <dgm:pt modelId="{55C279D7-D4D2-4523-B791-EAD816D22990}" type="pres">
      <dgm:prSet presAssocID="{72065BD2-B000-49B5-A91B-8B5BE32E19F1}" presName="hierChild4" presStyleCnt="0"/>
      <dgm:spPr/>
    </dgm:pt>
    <dgm:pt modelId="{426EFE3A-2521-4B98-8417-FC501CAB8B96}" type="pres">
      <dgm:prSet presAssocID="{F423EEB3-3C43-4F8C-8594-460241846CEB}" presName="Name37" presStyleLbl="parChTrans1D4" presStyleIdx="3" presStyleCnt="6"/>
      <dgm:spPr/>
      <dgm:t>
        <a:bodyPr/>
        <a:lstStyle/>
        <a:p>
          <a:endParaRPr lang="en-US"/>
        </a:p>
      </dgm:t>
    </dgm:pt>
    <dgm:pt modelId="{0847212B-0505-4226-9943-1892224CE1B8}" type="pres">
      <dgm:prSet presAssocID="{F136BBCB-47CA-4B65-97FB-C0FC5D0D9CAF}" presName="hierRoot2" presStyleCnt="0">
        <dgm:presLayoutVars>
          <dgm:hierBranch val="init"/>
        </dgm:presLayoutVars>
      </dgm:prSet>
      <dgm:spPr/>
    </dgm:pt>
    <dgm:pt modelId="{72093B4F-3499-40F5-BA98-5D4DEC778C89}" type="pres">
      <dgm:prSet presAssocID="{F136BBCB-47CA-4B65-97FB-C0FC5D0D9CAF}" presName="rootComposite" presStyleCnt="0"/>
      <dgm:spPr/>
    </dgm:pt>
    <dgm:pt modelId="{33D67FAB-5AE4-4330-A840-00F8E0D2088B}" type="pres">
      <dgm:prSet presAssocID="{F136BBCB-47CA-4B65-97FB-C0FC5D0D9CAF}" presName="rootText" presStyleLbl="node4" presStyleIdx="3" presStyleCnt="6" custScaleX="123336" custScaleY="80355" custLinFactY="100000" custLinFactNeighborX="62079" custLinFactNeighborY="14213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23C2B4-C9FA-4A44-A0D1-B7874F86DA90}" type="pres">
      <dgm:prSet presAssocID="{F136BBCB-47CA-4B65-97FB-C0FC5D0D9CAF}" presName="rootConnector" presStyleLbl="node4" presStyleIdx="3" presStyleCnt="6"/>
      <dgm:spPr/>
      <dgm:t>
        <a:bodyPr/>
        <a:lstStyle/>
        <a:p>
          <a:endParaRPr lang="en-US"/>
        </a:p>
      </dgm:t>
    </dgm:pt>
    <dgm:pt modelId="{18B67A5C-6E61-44EF-8BD4-BC5B694719E8}" type="pres">
      <dgm:prSet presAssocID="{F136BBCB-47CA-4B65-97FB-C0FC5D0D9CAF}" presName="hierChild4" presStyleCnt="0"/>
      <dgm:spPr/>
    </dgm:pt>
    <dgm:pt modelId="{A422535F-8FB3-44F3-8868-340E2C79B04B}" type="pres">
      <dgm:prSet presAssocID="{F136BBCB-47CA-4B65-97FB-C0FC5D0D9CAF}" presName="hierChild5" presStyleCnt="0"/>
      <dgm:spPr/>
    </dgm:pt>
    <dgm:pt modelId="{C078D47F-9189-4666-95C9-C1ADFBD1D3EB}" type="pres">
      <dgm:prSet presAssocID="{7B8F9237-740A-4CCD-B014-02183B280978}" presName="Name37" presStyleLbl="parChTrans1D4" presStyleIdx="4" presStyleCnt="6"/>
      <dgm:spPr/>
      <dgm:t>
        <a:bodyPr/>
        <a:lstStyle/>
        <a:p>
          <a:endParaRPr lang="en-US"/>
        </a:p>
      </dgm:t>
    </dgm:pt>
    <dgm:pt modelId="{B3A683A5-7B59-4449-AA94-CA8E76B52338}" type="pres">
      <dgm:prSet presAssocID="{EDA03F03-197B-4564-B7C5-3FF07CC0DB44}" presName="hierRoot2" presStyleCnt="0">
        <dgm:presLayoutVars>
          <dgm:hierBranch val="init"/>
        </dgm:presLayoutVars>
      </dgm:prSet>
      <dgm:spPr/>
    </dgm:pt>
    <dgm:pt modelId="{89DC8DEC-12F1-423B-A197-AFFEA4397495}" type="pres">
      <dgm:prSet presAssocID="{EDA03F03-197B-4564-B7C5-3FF07CC0DB44}" presName="rootComposite" presStyleCnt="0"/>
      <dgm:spPr/>
    </dgm:pt>
    <dgm:pt modelId="{78F8E4A7-226F-4918-AE3B-9EF5CC5A1F4C}" type="pres">
      <dgm:prSet presAssocID="{EDA03F03-197B-4564-B7C5-3FF07CC0DB44}" presName="rootText" presStyleLbl="node4" presStyleIdx="4" presStyleCnt="6" custScaleX="122681" custScaleY="82350" custLinFactNeighborX="63278" custLinFactNeighborY="-2561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EE3DB53-07EF-4AE4-89FE-F7B152E06608}" type="pres">
      <dgm:prSet presAssocID="{EDA03F03-197B-4564-B7C5-3FF07CC0DB44}" presName="rootConnector" presStyleLbl="node4" presStyleIdx="4" presStyleCnt="6"/>
      <dgm:spPr/>
      <dgm:t>
        <a:bodyPr/>
        <a:lstStyle/>
        <a:p>
          <a:endParaRPr lang="en-US"/>
        </a:p>
      </dgm:t>
    </dgm:pt>
    <dgm:pt modelId="{B7C0C1F8-8F0A-469E-BFAC-B100950A4124}" type="pres">
      <dgm:prSet presAssocID="{EDA03F03-197B-4564-B7C5-3FF07CC0DB44}" presName="hierChild4" presStyleCnt="0"/>
      <dgm:spPr/>
    </dgm:pt>
    <dgm:pt modelId="{D22C37E9-3884-43E6-9F35-191A14940EAF}" type="pres">
      <dgm:prSet presAssocID="{EDA03F03-197B-4564-B7C5-3FF07CC0DB44}" presName="hierChild5" presStyleCnt="0"/>
      <dgm:spPr/>
    </dgm:pt>
    <dgm:pt modelId="{4B8F79E0-B9B9-4879-9DA1-CE4E42C3D440}" type="pres">
      <dgm:prSet presAssocID="{C0BD2D63-B6B7-4EFF-B951-9CFA77D65E6F}" presName="Name37" presStyleLbl="parChTrans1D4" presStyleIdx="5" presStyleCnt="6"/>
      <dgm:spPr/>
      <dgm:t>
        <a:bodyPr/>
        <a:lstStyle/>
        <a:p>
          <a:endParaRPr lang="en-US"/>
        </a:p>
      </dgm:t>
    </dgm:pt>
    <dgm:pt modelId="{988EF4B6-607B-4F8D-838A-6FB679523FED}" type="pres">
      <dgm:prSet presAssocID="{FC02EB31-BC5E-4DBA-9642-88F6772B07B5}" presName="hierRoot2" presStyleCnt="0">
        <dgm:presLayoutVars>
          <dgm:hierBranch val="init"/>
        </dgm:presLayoutVars>
      </dgm:prSet>
      <dgm:spPr/>
    </dgm:pt>
    <dgm:pt modelId="{F7E724E4-FDEF-4601-B019-6962A1BB9A70}" type="pres">
      <dgm:prSet presAssocID="{FC02EB31-BC5E-4DBA-9642-88F6772B07B5}" presName="rootComposite" presStyleCnt="0"/>
      <dgm:spPr/>
    </dgm:pt>
    <dgm:pt modelId="{BFA1A732-38AD-48D1-BE65-802C98972FB1}" type="pres">
      <dgm:prSet presAssocID="{FC02EB31-BC5E-4DBA-9642-88F6772B07B5}" presName="rootText" presStyleLbl="node4" presStyleIdx="5" presStyleCnt="6" custScaleY="83153" custLinFactY="-6787" custLinFactNeighborX="-87681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10F8D7-477B-4597-986A-58C63459D595}" type="pres">
      <dgm:prSet presAssocID="{FC02EB31-BC5E-4DBA-9642-88F6772B07B5}" presName="rootConnector" presStyleLbl="node4" presStyleIdx="5" presStyleCnt="6"/>
      <dgm:spPr/>
      <dgm:t>
        <a:bodyPr/>
        <a:lstStyle/>
        <a:p>
          <a:endParaRPr lang="en-US"/>
        </a:p>
      </dgm:t>
    </dgm:pt>
    <dgm:pt modelId="{7F2E0877-FDD7-4385-977C-008A92A31839}" type="pres">
      <dgm:prSet presAssocID="{FC02EB31-BC5E-4DBA-9642-88F6772B07B5}" presName="hierChild4" presStyleCnt="0"/>
      <dgm:spPr/>
    </dgm:pt>
    <dgm:pt modelId="{0146081C-66C3-4EA2-857E-4BBB57F1094A}" type="pres">
      <dgm:prSet presAssocID="{FC02EB31-BC5E-4DBA-9642-88F6772B07B5}" presName="hierChild5" presStyleCnt="0"/>
      <dgm:spPr/>
    </dgm:pt>
    <dgm:pt modelId="{4DEE6BAB-DC01-4099-B056-A26D01254654}" type="pres">
      <dgm:prSet presAssocID="{72065BD2-B000-49B5-A91B-8B5BE32E19F1}" presName="hierChild5" presStyleCnt="0"/>
      <dgm:spPr/>
    </dgm:pt>
    <dgm:pt modelId="{5166709B-F825-48B2-9796-9A5FD48FECFE}" type="pres">
      <dgm:prSet presAssocID="{07B99684-3526-4F7C-A1C5-28E05D817D99}" presName="hierChild5" presStyleCnt="0"/>
      <dgm:spPr/>
    </dgm:pt>
    <dgm:pt modelId="{804A09A6-559A-40DF-835B-D66A5907754D}" type="pres">
      <dgm:prSet presAssocID="{B6D091A6-EC2F-4DED-A3F6-3909EED373F8}" presName="hierChild5" presStyleCnt="0"/>
      <dgm:spPr/>
    </dgm:pt>
    <dgm:pt modelId="{13FC3E04-27F9-4F78-A39C-7CF75936A8EB}" type="pres">
      <dgm:prSet presAssocID="{BE4AF19B-6D88-43D6-9605-036E659FA1BF}" presName="hierChild3" presStyleCnt="0"/>
      <dgm:spPr/>
    </dgm:pt>
  </dgm:ptLst>
  <dgm:cxnLst>
    <dgm:cxn modelId="{2E2ED9A7-18AB-4DED-988D-F3B99D1A2D51}" type="presOf" srcId="{D398BF7C-05BD-4DAB-8F92-7A728D4B221A}" destId="{D21F666B-2623-4B62-9480-A68D580CC5D9}" srcOrd="0" destOrd="0" presId="urn:microsoft.com/office/officeart/2005/8/layout/orgChart1"/>
    <dgm:cxn modelId="{7B644D43-271C-4A68-8967-4861FB9E017B}" srcId="{07B99684-3526-4F7C-A1C5-28E05D817D99}" destId="{48983FD5-6A1B-456B-ACB6-A6D7EC2068BB}" srcOrd="0" destOrd="0" parTransId="{49FF8829-E760-4DFC-A088-D83CC12D1C69}" sibTransId="{80BC519B-F062-42FD-90C8-56C39946BA30}"/>
    <dgm:cxn modelId="{D56D60C3-1D50-4744-854A-F16DFFD04B31}" type="presOf" srcId="{22D858F0-446E-4831-9E01-C9920566F988}" destId="{789424DB-D60C-4A62-916B-B608C478147A}" srcOrd="0" destOrd="0" presId="urn:microsoft.com/office/officeart/2005/8/layout/orgChart1"/>
    <dgm:cxn modelId="{F4630AB6-3E2B-4B10-AB76-CF33432743F0}" type="presOf" srcId="{72065BD2-B000-49B5-A91B-8B5BE32E19F1}" destId="{150492F9-7D93-47B3-84B9-CEA5D07F3E23}" srcOrd="0" destOrd="0" presId="urn:microsoft.com/office/officeart/2005/8/layout/orgChart1"/>
    <dgm:cxn modelId="{6E8AFD33-1008-4814-A5E5-FA7D7446D72B}" type="presOf" srcId="{AA26833C-EF6E-4066-98D7-AE183B0A2CA4}" destId="{59A068CA-2509-4417-99E5-33B43242F9A8}" srcOrd="0" destOrd="0" presId="urn:microsoft.com/office/officeart/2005/8/layout/orgChart1"/>
    <dgm:cxn modelId="{2DD093CA-DB51-4CC9-9D8C-C224EF3C94C3}" type="presOf" srcId="{48983FD5-6A1B-456B-ACB6-A6D7EC2068BB}" destId="{F2E47ACA-2F1D-46DF-B65E-A16F3F648738}" srcOrd="0" destOrd="0" presId="urn:microsoft.com/office/officeart/2005/8/layout/orgChart1"/>
    <dgm:cxn modelId="{8EDBD917-353C-4723-A9D5-9096A5FD4E59}" type="presOf" srcId="{FC02EB31-BC5E-4DBA-9642-88F6772B07B5}" destId="{BFA1A732-38AD-48D1-BE65-802C98972FB1}" srcOrd="0" destOrd="0" presId="urn:microsoft.com/office/officeart/2005/8/layout/orgChart1"/>
    <dgm:cxn modelId="{F03BA78E-D524-44CD-8CAD-A8C723455459}" type="presOf" srcId="{F423EEB3-3C43-4F8C-8594-460241846CEB}" destId="{426EFE3A-2521-4B98-8417-FC501CAB8B96}" srcOrd="0" destOrd="0" presId="urn:microsoft.com/office/officeart/2005/8/layout/orgChart1"/>
    <dgm:cxn modelId="{6257F4CE-2949-4B65-8C79-743326CA46B5}" type="presOf" srcId="{F136BBCB-47CA-4B65-97FB-C0FC5D0D9CAF}" destId="{A123C2B4-C9FA-4A44-A0D1-B7874F86DA90}" srcOrd="1" destOrd="0" presId="urn:microsoft.com/office/officeart/2005/8/layout/orgChart1"/>
    <dgm:cxn modelId="{38858BE2-A0F4-4517-BEE3-06238EA56B92}" type="presOf" srcId="{7B8F9237-740A-4CCD-B014-02183B280978}" destId="{C078D47F-9189-4666-95C9-C1ADFBD1D3EB}" srcOrd="0" destOrd="0" presId="urn:microsoft.com/office/officeart/2005/8/layout/orgChart1"/>
    <dgm:cxn modelId="{719E7F84-EADB-4DC6-A986-A91170647BD0}" type="presOf" srcId="{F16E7605-8CD6-419F-AC0C-B9810742F94F}" destId="{1030A28F-F82F-4990-AA69-86E888372B0D}" srcOrd="0" destOrd="0" presId="urn:microsoft.com/office/officeart/2005/8/layout/orgChart1"/>
    <dgm:cxn modelId="{979B56E9-9072-42B7-9754-665A028F620B}" type="presOf" srcId="{FC02EB31-BC5E-4DBA-9642-88F6772B07B5}" destId="{1010F8D7-477B-4597-986A-58C63459D595}" srcOrd="1" destOrd="0" presId="urn:microsoft.com/office/officeart/2005/8/layout/orgChart1"/>
    <dgm:cxn modelId="{B9A50438-2FB5-4306-A891-3E6A0B4F3C88}" type="presOf" srcId="{07B99684-3526-4F7C-A1C5-28E05D817D99}" destId="{1BDD5EED-AA04-481E-90A5-31383CF21A52}" srcOrd="0" destOrd="0" presId="urn:microsoft.com/office/officeart/2005/8/layout/orgChart1"/>
    <dgm:cxn modelId="{02614E55-89AD-41D1-93BE-3DFC939A4579}" type="presOf" srcId="{F136BBCB-47CA-4B65-97FB-C0FC5D0D9CAF}" destId="{33D67FAB-5AE4-4330-A840-00F8E0D2088B}" srcOrd="0" destOrd="0" presId="urn:microsoft.com/office/officeart/2005/8/layout/orgChart1"/>
    <dgm:cxn modelId="{3FB0BE96-4DC0-47BC-9FA5-440DEFF2BA58}" type="presOf" srcId="{C0BD2D63-B6B7-4EFF-B951-9CFA77D65E6F}" destId="{4B8F79E0-B9B9-4879-9DA1-CE4E42C3D440}" srcOrd="0" destOrd="0" presId="urn:microsoft.com/office/officeart/2005/8/layout/orgChart1"/>
    <dgm:cxn modelId="{588897CD-90DB-444A-9998-7E02B9C8CCE7}" type="presOf" srcId="{B6D091A6-EC2F-4DED-A3F6-3909EED373F8}" destId="{32D409FA-4B5F-42B4-8113-EC0B4ED859CA}" srcOrd="1" destOrd="0" presId="urn:microsoft.com/office/officeart/2005/8/layout/orgChart1"/>
    <dgm:cxn modelId="{654930AE-7FCE-42DF-AB20-438261B54C09}" srcId="{72065BD2-B000-49B5-A91B-8B5BE32E19F1}" destId="{FC02EB31-BC5E-4DBA-9642-88F6772B07B5}" srcOrd="2" destOrd="0" parTransId="{C0BD2D63-B6B7-4EFF-B951-9CFA77D65E6F}" sibTransId="{E202CC73-7047-4D88-B24B-D884C5625CF7}"/>
    <dgm:cxn modelId="{83AC6594-3E2D-4507-A55D-5AD6C3D04F7B}" srcId="{BE4AF19B-6D88-43D6-9605-036E659FA1BF}" destId="{B6D091A6-EC2F-4DED-A3F6-3909EED373F8}" srcOrd="0" destOrd="0" parTransId="{AA26833C-EF6E-4066-98D7-AE183B0A2CA4}" sibTransId="{38E1656B-CB8C-468F-B1B9-5DE48E977BB7}"/>
    <dgm:cxn modelId="{3393A7A4-966E-4F7A-943B-4E7AECB1E6AC}" type="presOf" srcId="{07B99684-3526-4F7C-A1C5-28E05D817D99}" destId="{AFD38F91-473E-4137-B73B-6B82FDA8BD95}" srcOrd="1" destOrd="0" presId="urn:microsoft.com/office/officeart/2005/8/layout/orgChart1"/>
    <dgm:cxn modelId="{047153FF-4264-4774-8606-386D69F4A383}" type="presOf" srcId="{EDA03F03-197B-4564-B7C5-3FF07CC0DB44}" destId="{78F8E4A7-226F-4918-AE3B-9EF5CC5A1F4C}" srcOrd="0" destOrd="0" presId="urn:microsoft.com/office/officeart/2005/8/layout/orgChart1"/>
    <dgm:cxn modelId="{7939E944-850A-4049-8655-9AB79D5CCB17}" type="presOf" srcId="{49FF8829-E760-4DFC-A088-D83CC12D1C69}" destId="{A1C3739D-0B2D-4854-B65C-6442DB2ADBF8}" srcOrd="0" destOrd="0" presId="urn:microsoft.com/office/officeart/2005/8/layout/orgChart1"/>
    <dgm:cxn modelId="{B03CDA9B-922D-49F6-9601-BD16EE53232A}" srcId="{72065BD2-B000-49B5-A91B-8B5BE32E19F1}" destId="{F136BBCB-47CA-4B65-97FB-C0FC5D0D9CAF}" srcOrd="0" destOrd="0" parTransId="{F423EEB3-3C43-4F8C-8594-460241846CEB}" sibTransId="{946DBD1C-CBC7-4AAB-86F2-B539A3473ED6}"/>
    <dgm:cxn modelId="{832554BB-0AE3-4C00-B256-2C3E31C8DA64}" type="presOf" srcId="{981BD701-FBDC-4355-9B09-9C60C0B8371B}" destId="{72690ADA-D68C-410D-A915-5D9C5CF936F9}" srcOrd="0" destOrd="0" presId="urn:microsoft.com/office/officeart/2005/8/layout/orgChart1"/>
    <dgm:cxn modelId="{4BED5017-1195-44DC-89FE-F508A0D0D006}" srcId="{F16E7605-8CD6-419F-AC0C-B9810742F94F}" destId="{BE4AF19B-6D88-43D6-9605-036E659FA1BF}" srcOrd="0" destOrd="0" parTransId="{86A0614A-4D98-49D0-92CD-3EEFFF6589F1}" sibTransId="{0346E39E-1722-45FB-9546-1B54A8FD842E}"/>
    <dgm:cxn modelId="{4FD55E53-71EA-496C-B12C-16FA178EDFD1}" srcId="{B6D091A6-EC2F-4DED-A3F6-3909EED373F8}" destId="{07B99684-3526-4F7C-A1C5-28E05D817D99}" srcOrd="0" destOrd="0" parTransId="{A9B67111-3975-4DFA-A307-E459F9F24D12}" sibTransId="{7F900A1F-E762-4428-8A9A-8FD3E64B7B1C}"/>
    <dgm:cxn modelId="{A23928B2-1243-45ED-9DBB-9C681B9D8EE2}" type="presOf" srcId="{BE4AF19B-6D88-43D6-9605-036E659FA1BF}" destId="{03B45F6C-4C49-4D78-938B-516A71220241}" srcOrd="1" destOrd="0" presId="urn:microsoft.com/office/officeart/2005/8/layout/orgChart1"/>
    <dgm:cxn modelId="{17D0D61A-1AD7-47C3-8F18-62FB4AC7FC51}" type="presOf" srcId="{48983FD5-6A1B-456B-ACB6-A6D7EC2068BB}" destId="{F9E724B1-67CA-4113-B3DC-ABCEA2081780}" srcOrd="1" destOrd="0" presId="urn:microsoft.com/office/officeart/2005/8/layout/orgChart1"/>
    <dgm:cxn modelId="{320517BE-6EDB-49E5-907B-3781DA4EAC34}" type="presOf" srcId="{22D858F0-446E-4831-9E01-C9920566F988}" destId="{2C5FF7FB-BF1F-42D4-AAD7-735801B16004}" srcOrd="1" destOrd="0" presId="urn:microsoft.com/office/officeart/2005/8/layout/orgChart1"/>
    <dgm:cxn modelId="{8B9E91D2-CDFA-4421-86AA-5E0C23C616B8}" srcId="{07B99684-3526-4F7C-A1C5-28E05D817D99}" destId="{22D858F0-446E-4831-9E01-C9920566F988}" srcOrd="1" destOrd="0" parTransId="{981BD701-FBDC-4355-9B09-9C60C0B8371B}" sibTransId="{647DF0EC-2379-4CEE-8A78-FDFAF7EA464B}"/>
    <dgm:cxn modelId="{4AFF10EB-8B54-4136-B175-258469A017CF}" srcId="{07B99684-3526-4F7C-A1C5-28E05D817D99}" destId="{72065BD2-B000-49B5-A91B-8B5BE32E19F1}" srcOrd="2" destOrd="0" parTransId="{D398BF7C-05BD-4DAB-8F92-7A728D4B221A}" sibTransId="{E9607F94-B903-4480-AAE8-91989D229543}"/>
    <dgm:cxn modelId="{E90ECBA7-6564-4403-B5C4-ECD7B9C7D345}" type="presOf" srcId="{72065BD2-B000-49B5-A91B-8B5BE32E19F1}" destId="{A148E123-0575-4D50-AE3D-9B022E6CE926}" srcOrd="1" destOrd="0" presId="urn:microsoft.com/office/officeart/2005/8/layout/orgChart1"/>
    <dgm:cxn modelId="{65FC574E-5A86-4270-942C-C279BD353F6A}" type="presOf" srcId="{B6D091A6-EC2F-4DED-A3F6-3909EED373F8}" destId="{5ED96FAD-C984-40F2-9601-80C58E38BEDC}" srcOrd="0" destOrd="0" presId="urn:microsoft.com/office/officeart/2005/8/layout/orgChart1"/>
    <dgm:cxn modelId="{081F8810-C37A-4639-933F-428DBDE987DA}" type="presOf" srcId="{BE4AF19B-6D88-43D6-9605-036E659FA1BF}" destId="{0C42B0D9-6B95-4AF0-9E89-B0BD5574A16E}" srcOrd="0" destOrd="0" presId="urn:microsoft.com/office/officeart/2005/8/layout/orgChart1"/>
    <dgm:cxn modelId="{B689BFA3-669E-4AC9-885B-C4F62DFD3C2A}" type="presOf" srcId="{A9B67111-3975-4DFA-A307-E459F9F24D12}" destId="{6303A3AF-275F-4581-B332-49B50AE4C6B4}" srcOrd="0" destOrd="0" presId="urn:microsoft.com/office/officeart/2005/8/layout/orgChart1"/>
    <dgm:cxn modelId="{CF1DE4EC-4827-49E0-8AD6-E1761871CA28}" type="presOf" srcId="{EDA03F03-197B-4564-B7C5-3FF07CC0DB44}" destId="{8EE3DB53-07EF-4AE4-89FE-F7B152E06608}" srcOrd="1" destOrd="0" presId="urn:microsoft.com/office/officeart/2005/8/layout/orgChart1"/>
    <dgm:cxn modelId="{3BC96CB0-532F-4242-88D0-BE67C1C2C013}" srcId="{72065BD2-B000-49B5-A91B-8B5BE32E19F1}" destId="{EDA03F03-197B-4564-B7C5-3FF07CC0DB44}" srcOrd="1" destOrd="0" parTransId="{7B8F9237-740A-4CCD-B014-02183B280978}" sibTransId="{F5542744-122A-4CE7-9386-ABC99199F6FA}"/>
    <dgm:cxn modelId="{31E2CFA5-C653-4A6F-9921-E9D07F82712A}" type="presParOf" srcId="{1030A28F-F82F-4990-AA69-86E888372B0D}" destId="{E7547017-D7B7-4701-9152-7ABF1E35E5A0}" srcOrd="0" destOrd="0" presId="urn:microsoft.com/office/officeart/2005/8/layout/orgChart1"/>
    <dgm:cxn modelId="{1088A95D-8668-498D-A10F-E6DD52FC46B3}" type="presParOf" srcId="{E7547017-D7B7-4701-9152-7ABF1E35E5A0}" destId="{DB8ECB2B-02F7-4C09-98BC-8620B226BBDF}" srcOrd="0" destOrd="0" presId="urn:microsoft.com/office/officeart/2005/8/layout/orgChart1"/>
    <dgm:cxn modelId="{6D2F58BF-FC91-41B9-925B-7826F4341DBE}" type="presParOf" srcId="{DB8ECB2B-02F7-4C09-98BC-8620B226BBDF}" destId="{0C42B0D9-6B95-4AF0-9E89-B0BD5574A16E}" srcOrd="0" destOrd="0" presId="urn:microsoft.com/office/officeart/2005/8/layout/orgChart1"/>
    <dgm:cxn modelId="{6F019120-4E47-4CA0-9B30-BB856D9E358F}" type="presParOf" srcId="{DB8ECB2B-02F7-4C09-98BC-8620B226BBDF}" destId="{03B45F6C-4C49-4D78-938B-516A71220241}" srcOrd="1" destOrd="0" presId="urn:microsoft.com/office/officeart/2005/8/layout/orgChart1"/>
    <dgm:cxn modelId="{36004A45-9ACB-4D91-8A70-DB5E9FFDE427}" type="presParOf" srcId="{E7547017-D7B7-4701-9152-7ABF1E35E5A0}" destId="{9790D0EB-397E-4513-9918-939A91F603CF}" srcOrd="1" destOrd="0" presId="urn:microsoft.com/office/officeart/2005/8/layout/orgChart1"/>
    <dgm:cxn modelId="{BDC112C2-6473-4748-9DC3-FB96985DD51A}" type="presParOf" srcId="{9790D0EB-397E-4513-9918-939A91F603CF}" destId="{59A068CA-2509-4417-99E5-33B43242F9A8}" srcOrd="0" destOrd="0" presId="urn:microsoft.com/office/officeart/2005/8/layout/orgChart1"/>
    <dgm:cxn modelId="{AB501DF1-402A-436B-976D-D4CA5F3B2F71}" type="presParOf" srcId="{9790D0EB-397E-4513-9918-939A91F603CF}" destId="{C3520CE7-F89E-4051-AC3C-406FC2FB50DB}" srcOrd="1" destOrd="0" presId="urn:microsoft.com/office/officeart/2005/8/layout/orgChart1"/>
    <dgm:cxn modelId="{3165A7E2-DBF0-4BF1-A313-E51CB250A7E5}" type="presParOf" srcId="{C3520CE7-F89E-4051-AC3C-406FC2FB50DB}" destId="{FFF3DD5F-5D30-4579-AA70-5A2FE22D8EB4}" srcOrd="0" destOrd="0" presId="urn:microsoft.com/office/officeart/2005/8/layout/orgChart1"/>
    <dgm:cxn modelId="{F641FF71-047D-469F-9FDE-80BFD773AA92}" type="presParOf" srcId="{FFF3DD5F-5D30-4579-AA70-5A2FE22D8EB4}" destId="{5ED96FAD-C984-40F2-9601-80C58E38BEDC}" srcOrd="0" destOrd="0" presId="urn:microsoft.com/office/officeart/2005/8/layout/orgChart1"/>
    <dgm:cxn modelId="{F2DAE720-6C6B-4E0F-A7C8-505950E35FAE}" type="presParOf" srcId="{FFF3DD5F-5D30-4579-AA70-5A2FE22D8EB4}" destId="{32D409FA-4B5F-42B4-8113-EC0B4ED859CA}" srcOrd="1" destOrd="0" presId="urn:microsoft.com/office/officeart/2005/8/layout/orgChart1"/>
    <dgm:cxn modelId="{83C1279D-F7E8-481C-B452-22AC4BE5B153}" type="presParOf" srcId="{C3520CE7-F89E-4051-AC3C-406FC2FB50DB}" destId="{A6CBDE67-290C-474F-862A-A28E4702A720}" srcOrd="1" destOrd="0" presId="urn:microsoft.com/office/officeart/2005/8/layout/orgChart1"/>
    <dgm:cxn modelId="{ABE0B957-2069-423B-AC00-339D552EF45E}" type="presParOf" srcId="{A6CBDE67-290C-474F-862A-A28E4702A720}" destId="{6303A3AF-275F-4581-B332-49B50AE4C6B4}" srcOrd="0" destOrd="0" presId="urn:microsoft.com/office/officeart/2005/8/layout/orgChart1"/>
    <dgm:cxn modelId="{B2317434-3534-452C-8ABA-5C91D115CB7C}" type="presParOf" srcId="{A6CBDE67-290C-474F-862A-A28E4702A720}" destId="{AA3A0130-A371-4AAC-B976-6C96CFD292AB}" srcOrd="1" destOrd="0" presId="urn:microsoft.com/office/officeart/2005/8/layout/orgChart1"/>
    <dgm:cxn modelId="{9D1A3B02-0B89-4130-B95C-5D7A3222116E}" type="presParOf" srcId="{AA3A0130-A371-4AAC-B976-6C96CFD292AB}" destId="{A11EA983-AC11-4CF8-AF78-83BE5DE1FE30}" srcOrd="0" destOrd="0" presId="urn:microsoft.com/office/officeart/2005/8/layout/orgChart1"/>
    <dgm:cxn modelId="{654F41AA-1B82-4998-9E32-AFD948EA7D12}" type="presParOf" srcId="{A11EA983-AC11-4CF8-AF78-83BE5DE1FE30}" destId="{1BDD5EED-AA04-481E-90A5-31383CF21A52}" srcOrd="0" destOrd="0" presId="urn:microsoft.com/office/officeart/2005/8/layout/orgChart1"/>
    <dgm:cxn modelId="{70A539A7-597D-4C34-BD9D-E7DDA73C8715}" type="presParOf" srcId="{A11EA983-AC11-4CF8-AF78-83BE5DE1FE30}" destId="{AFD38F91-473E-4137-B73B-6B82FDA8BD95}" srcOrd="1" destOrd="0" presId="urn:microsoft.com/office/officeart/2005/8/layout/orgChart1"/>
    <dgm:cxn modelId="{6554FB57-459C-45B7-B9B6-BA48A5536F61}" type="presParOf" srcId="{AA3A0130-A371-4AAC-B976-6C96CFD292AB}" destId="{A1199571-909E-4DD9-86FA-8310B6CA3BE2}" srcOrd="1" destOrd="0" presId="urn:microsoft.com/office/officeart/2005/8/layout/orgChart1"/>
    <dgm:cxn modelId="{EB1FA78F-3793-4DCC-AAB7-DE98DFCD4007}" type="presParOf" srcId="{A1199571-909E-4DD9-86FA-8310B6CA3BE2}" destId="{A1C3739D-0B2D-4854-B65C-6442DB2ADBF8}" srcOrd="0" destOrd="0" presId="urn:microsoft.com/office/officeart/2005/8/layout/orgChart1"/>
    <dgm:cxn modelId="{4B714D74-3F2D-4BC8-9092-319FC66CA39F}" type="presParOf" srcId="{A1199571-909E-4DD9-86FA-8310B6CA3BE2}" destId="{9AC16300-6A55-4DD0-AB93-C871D61937F3}" srcOrd="1" destOrd="0" presId="urn:microsoft.com/office/officeart/2005/8/layout/orgChart1"/>
    <dgm:cxn modelId="{068AE4C8-4374-4581-BA2F-B99EBA23AC86}" type="presParOf" srcId="{9AC16300-6A55-4DD0-AB93-C871D61937F3}" destId="{B65B3328-9C26-4FA4-A129-97480386E5A5}" srcOrd="0" destOrd="0" presId="urn:microsoft.com/office/officeart/2005/8/layout/orgChart1"/>
    <dgm:cxn modelId="{7CABB32A-366D-4148-982F-0A9CBB254EC7}" type="presParOf" srcId="{B65B3328-9C26-4FA4-A129-97480386E5A5}" destId="{F2E47ACA-2F1D-46DF-B65E-A16F3F648738}" srcOrd="0" destOrd="0" presId="urn:microsoft.com/office/officeart/2005/8/layout/orgChart1"/>
    <dgm:cxn modelId="{671CFE4F-1418-4B61-9537-50E24D3DC4E4}" type="presParOf" srcId="{B65B3328-9C26-4FA4-A129-97480386E5A5}" destId="{F9E724B1-67CA-4113-B3DC-ABCEA2081780}" srcOrd="1" destOrd="0" presId="urn:microsoft.com/office/officeart/2005/8/layout/orgChart1"/>
    <dgm:cxn modelId="{AAE94EBF-B5AF-427B-9295-BE4CD4382286}" type="presParOf" srcId="{9AC16300-6A55-4DD0-AB93-C871D61937F3}" destId="{5155639B-5BC6-4F18-9756-249BF432CA2F}" srcOrd="1" destOrd="0" presId="urn:microsoft.com/office/officeart/2005/8/layout/orgChart1"/>
    <dgm:cxn modelId="{BF077A21-AC27-4AEF-B28C-DBE27891B504}" type="presParOf" srcId="{9AC16300-6A55-4DD0-AB93-C871D61937F3}" destId="{05776730-790E-4DCC-90AC-82AD7F091038}" srcOrd="2" destOrd="0" presId="urn:microsoft.com/office/officeart/2005/8/layout/orgChart1"/>
    <dgm:cxn modelId="{76745CB1-6CEF-466B-824E-08ABCEC39126}" type="presParOf" srcId="{A1199571-909E-4DD9-86FA-8310B6CA3BE2}" destId="{72690ADA-D68C-410D-A915-5D9C5CF936F9}" srcOrd="2" destOrd="0" presId="urn:microsoft.com/office/officeart/2005/8/layout/orgChart1"/>
    <dgm:cxn modelId="{2A09168E-7E7F-45E6-91B9-8A8C1A7D3D2C}" type="presParOf" srcId="{A1199571-909E-4DD9-86FA-8310B6CA3BE2}" destId="{0F25689F-601F-40C1-9140-F19E1EA3CFBD}" srcOrd="3" destOrd="0" presId="urn:microsoft.com/office/officeart/2005/8/layout/orgChart1"/>
    <dgm:cxn modelId="{213AAAE2-D40A-4FE0-91D7-7D22DF995A6C}" type="presParOf" srcId="{0F25689F-601F-40C1-9140-F19E1EA3CFBD}" destId="{300A0454-F633-42C8-88FC-00C9A2652F36}" srcOrd="0" destOrd="0" presId="urn:microsoft.com/office/officeart/2005/8/layout/orgChart1"/>
    <dgm:cxn modelId="{568EE566-686E-4BFE-AA72-4F3313979B50}" type="presParOf" srcId="{300A0454-F633-42C8-88FC-00C9A2652F36}" destId="{789424DB-D60C-4A62-916B-B608C478147A}" srcOrd="0" destOrd="0" presId="urn:microsoft.com/office/officeart/2005/8/layout/orgChart1"/>
    <dgm:cxn modelId="{D401EFF3-5D3A-4DAF-8469-33F986458ECE}" type="presParOf" srcId="{300A0454-F633-42C8-88FC-00C9A2652F36}" destId="{2C5FF7FB-BF1F-42D4-AAD7-735801B16004}" srcOrd="1" destOrd="0" presId="urn:microsoft.com/office/officeart/2005/8/layout/orgChart1"/>
    <dgm:cxn modelId="{C60E1A9F-57BE-4224-9742-AE7C0485F1B3}" type="presParOf" srcId="{0F25689F-601F-40C1-9140-F19E1EA3CFBD}" destId="{BE8E72B8-E13A-4BD3-9A7A-90BB11FCFB2F}" srcOrd="1" destOrd="0" presId="urn:microsoft.com/office/officeart/2005/8/layout/orgChart1"/>
    <dgm:cxn modelId="{E866FDC7-B39F-472B-BDF8-01AD732C03AB}" type="presParOf" srcId="{0F25689F-601F-40C1-9140-F19E1EA3CFBD}" destId="{D9A88391-271F-450B-81B6-3D11E90DD3CC}" srcOrd="2" destOrd="0" presId="urn:microsoft.com/office/officeart/2005/8/layout/orgChart1"/>
    <dgm:cxn modelId="{89C7E311-40B8-4827-8294-1FCB230B4449}" type="presParOf" srcId="{A1199571-909E-4DD9-86FA-8310B6CA3BE2}" destId="{D21F666B-2623-4B62-9480-A68D580CC5D9}" srcOrd="4" destOrd="0" presId="urn:microsoft.com/office/officeart/2005/8/layout/orgChart1"/>
    <dgm:cxn modelId="{3E575F2F-77DD-483E-B3FB-F4FFA32F3B14}" type="presParOf" srcId="{A1199571-909E-4DD9-86FA-8310B6CA3BE2}" destId="{D958899C-7140-40BB-83F8-38F1D0942C57}" srcOrd="5" destOrd="0" presId="urn:microsoft.com/office/officeart/2005/8/layout/orgChart1"/>
    <dgm:cxn modelId="{8BF38514-25C5-4CF1-9297-AB2E732A3365}" type="presParOf" srcId="{D958899C-7140-40BB-83F8-38F1D0942C57}" destId="{295C3D31-F5DF-478C-BF5B-9530B4133FA3}" srcOrd="0" destOrd="0" presId="urn:microsoft.com/office/officeart/2005/8/layout/orgChart1"/>
    <dgm:cxn modelId="{9AEE3F67-EA79-402A-A994-CE11977A456B}" type="presParOf" srcId="{295C3D31-F5DF-478C-BF5B-9530B4133FA3}" destId="{150492F9-7D93-47B3-84B9-CEA5D07F3E23}" srcOrd="0" destOrd="0" presId="urn:microsoft.com/office/officeart/2005/8/layout/orgChart1"/>
    <dgm:cxn modelId="{055A7F24-4725-44B2-9453-053C80E29CEF}" type="presParOf" srcId="{295C3D31-F5DF-478C-BF5B-9530B4133FA3}" destId="{A148E123-0575-4D50-AE3D-9B022E6CE926}" srcOrd="1" destOrd="0" presId="urn:microsoft.com/office/officeart/2005/8/layout/orgChart1"/>
    <dgm:cxn modelId="{A9980FDD-0DD5-47E8-BF00-F53A63EFB7C0}" type="presParOf" srcId="{D958899C-7140-40BB-83F8-38F1D0942C57}" destId="{55C279D7-D4D2-4523-B791-EAD816D22990}" srcOrd="1" destOrd="0" presId="urn:microsoft.com/office/officeart/2005/8/layout/orgChart1"/>
    <dgm:cxn modelId="{FE65A717-3BC3-425F-9DF8-BEA9FBE3C7D9}" type="presParOf" srcId="{55C279D7-D4D2-4523-B791-EAD816D22990}" destId="{426EFE3A-2521-4B98-8417-FC501CAB8B96}" srcOrd="0" destOrd="0" presId="urn:microsoft.com/office/officeart/2005/8/layout/orgChart1"/>
    <dgm:cxn modelId="{0685F6F3-4B12-4D21-A582-6A936967EDFC}" type="presParOf" srcId="{55C279D7-D4D2-4523-B791-EAD816D22990}" destId="{0847212B-0505-4226-9943-1892224CE1B8}" srcOrd="1" destOrd="0" presId="urn:microsoft.com/office/officeart/2005/8/layout/orgChart1"/>
    <dgm:cxn modelId="{BDA87B64-FBCA-493D-B0C4-C3B30BEAB5F7}" type="presParOf" srcId="{0847212B-0505-4226-9943-1892224CE1B8}" destId="{72093B4F-3499-40F5-BA98-5D4DEC778C89}" srcOrd="0" destOrd="0" presId="urn:microsoft.com/office/officeart/2005/8/layout/orgChart1"/>
    <dgm:cxn modelId="{9BFF080D-B0BE-4229-B70E-AB2ECEAB9BB0}" type="presParOf" srcId="{72093B4F-3499-40F5-BA98-5D4DEC778C89}" destId="{33D67FAB-5AE4-4330-A840-00F8E0D2088B}" srcOrd="0" destOrd="0" presId="urn:microsoft.com/office/officeart/2005/8/layout/orgChart1"/>
    <dgm:cxn modelId="{6A8D0D34-ADF4-49B4-A65C-DF4FA043BABF}" type="presParOf" srcId="{72093B4F-3499-40F5-BA98-5D4DEC778C89}" destId="{A123C2B4-C9FA-4A44-A0D1-B7874F86DA90}" srcOrd="1" destOrd="0" presId="urn:microsoft.com/office/officeart/2005/8/layout/orgChart1"/>
    <dgm:cxn modelId="{29B43A47-7031-45D8-B47F-70CEFE2C4817}" type="presParOf" srcId="{0847212B-0505-4226-9943-1892224CE1B8}" destId="{18B67A5C-6E61-44EF-8BD4-BC5B694719E8}" srcOrd="1" destOrd="0" presId="urn:microsoft.com/office/officeart/2005/8/layout/orgChart1"/>
    <dgm:cxn modelId="{1B6C7B9F-3CC8-4BC6-805B-9F84DC2D6B2E}" type="presParOf" srcId="{0847212B-0505-4226-9943-1892224CE1B8}" destId="{A422535F-8FB3-44F3-8868-340E2C79B04B}" srcOrd="2" destOrd="0" presId="urn:microsoft.com/office/officeart/2005/8/layout/orgChart1"/>
    <dgm:cxn modelId="{50BB865D-D398-439D-905F-17E2D65ADD7A}" type="presParOf" srcId="{55C279D7-D4D2-4523-B791-EAD816D22990}" destId="{C078D47F-9189-4666-95C9-C1ADFBD1D3EB}" srcOrd="2" destOrd="0" presId="urn:microsoft.com/office/officeart/2005/8/layout/orgChart1"/>
    <dgm:cxn modelId="{44E95151-E8B0-42C1-8587-999183523208}" type="presParOf" srcId="{55C279D7-D4D2-4523-B791-EAD816D22990}" destId="{B3A683A5-7B59-4449-AA94-CA8E76B52338}" srcOrd="3" destOrd="0" presId="urn:microsoft.com/office/officeart/2005/8/layout/orgChart1"/>
    <dgm:cxn modelId="{96C7CFA3-0125-4F08-97BE-632C6293D2DD}" type="presParOf" srcId="{B3A683A5-7B59-4449-AA94-CA8E76B52338}" destId="{89DC8DEC-12F1-423B-A197-AFFEA4397495}" srcOrd="0" destOrd="0" presId="urn:microsoft.com/office/officeart/2005/8/layout/orgChart1"/>
    <dgm:cxn modelId="{A30E992A-7ADC-4750-9964-EED30ADA37ED}" type="presParOf" srcId="{89DC8DEC-12F1-423B-A197-AFFEA4397495}" destId="{78F8E4A7-226F-4918-AE3B-9EF5CC5A1F4C}" srcOrd="0" destOrd="0" presId="urn:microsoft.com/office/officeart/2005/8/layout/orgChart1"/>
    <dgm:cxn modelId="{1953DBCB-8B18-4091-9C17-7C0FA9DDC74E}" type="presParOf" srcId="{89DC8DEC-12F1-423B-A197-AFFEA4397495}" destId="{8EE3DB53-07EF-4AE4-89FE-F7B152E06608}" srcOrd="1" destOrd="0" presId="urn:microsoft.com/office/officeart/2005/8/layout/orgChart1"/>
    <dgm:cxn modelId="{9D45E613-5A81-467B-B517-C015FB344AB6}" type="presParOf" srcId="{B3A683A5-7B59-4449-AA94-CA8E76B52338}" destId="{B7C0C1F8-8F0A-469E-BFAC-B100950A4124}" srcOrd="1" destOrd="0" presId="urn:microsoft.com/office/officeart/2005/8/layout/orgChart1"/>
    <dgm:cxn modelId="{5E132E86-D066-4609-8BC4-21B913ADDFE6}" type="presParOf" srcId="{B3A683A5-7B59-4449-AA94-CA8E76B52338}" destId="{D22C37E9-3884-43E6-9F35-191A14940EAF}" srcOrd="2" destOrd="0" presId="urn:microsoft.com/office/officeart/2005/8/layout/orgChart1"/>
    <dgm:cxn modelId="{164CF2C5-7B0F-4161-B9AC-B6BA779D3E45}" type="presParOf" srcId="{55C279D7-D4D2-4523-B791-EAD816D22990}" destId="{4B8F79E0-B9B9-4879-9DA1-CE4E42C3D440}" srcOrd="4" destOrd="0" presId="urn:microsoft.com/office/officeart/2005/8/layout/orgChart1"/>
    <dgm:cxn modelId="{9B78EF37-6BF3-4BB7-82F3-D71EEA0CD9F9}" type="presParOf" srcId="{55C279D7-D4D2-4523-B791-EAD816D22990}" destId="{988EF4B6-607B-4F8D-838A-6FB679523FED}" srcOrd="5" destOrd="0" presId="urn:microsoft.com/office/officeart/2005/8/layout/orgChart1"/>
    <dgm:cxn modelId="{764EB457-E187-462E-9771-A4048719205C}" type="presParOf" srcId="{988EF4B6-607B-4F8D-838A-6FB679523FED}" destId="{F7E724E4-FDEF-4601-B019-6962A1BB9A70}" srcOrd="0" destOrd="0" presId="urn:microsoft.com/office/officeart/2005/8/layout/orgChart1"/>
    <dgm:cxn modelId="{98716C7B-4EAF-4D41-8488-A39A2DE87471}" type="presParOf" srcId="{F7E724E4-FDEF-4601-B019-6962A1BB9A70}" destId="{BFA1A732-38AD-48D1-BE65-802C98972FB1}" srcOrd="0" destOrd="0" presId="urn:microsoft.com/office/officeart/2005/8/layout/orgChart1"/>
    <dgm:cxn modelId="{0FDF09A0-CD74-4F31-A204-2DAD18B2F08D}" type="presParOf" srcId="{F7E724E4-FDEF-4601-B019-6962A1BB9A70}" destId="{1010F8D7-477B-4597-986A-58C63459D595}" srcOrd="1" destOrd="0" presId="urn:microsoft.com/office/officeart/2005/8/layout/orgChart1"/>
    <dgm:cxn modelId="{9E36A64C-19E8-4D89-9D3F-F33B72957762}" type="presParOf" srcId="{988EF4B6-607B-4F8D-838A-6FB679523FED}" destId="{7F2E0877-FDD7-4385-977C-008A92A31839}" srcOrd="1" destOrd="0" presId="urn:microsoft.com/office/officeart/2005/8/layout/orgChart1"/>
    <dgm:cxn modelId="{F9398F92-372E-4208-8A04-2DB3956D5BE8}" type="presParOf" srcId="{988EF4B6-607B-4F8D-838A-6FB679523FED}" destId="{0146081C-66C3-4EA2-857E-4BBB57F1094A}" srcOrd="2" destOrd="0" presId="urn:microsoft.com/office/officeart/2005/8/layout/orgChart1"/>
    <dgm:cxn modelId="{8F899B6E-0123-4C66-A614-0D5D4ADD381C}" type="presParOf" srcId="{D958899C-7140-40BB-83F8-38F1D0942C57}" destId="{4DEE6BAB-DC01-4099-B056-A26D01254654}" srcOrd="2" destOrd="0" presId="urn:microsoft.com/office/officeart/2005/8/layout/orgChart1"/>
    <dgm:cxn modelId="{2F6B55EA-19C6-4650-BB35-7008840C3BAF}" type="presParOf" srcId="{AA3A0130-A371-4AAC-B976-6C96CFD292AB}" destId="{5166709B-F825-48B2-9796-9A5FD48FECFE}" srcOrd="2" destOrd="0" presId="urn:microsoft.com/office/officeart/2005/8/layout/orgChart1"/>
    <dgm:cxn modelId="{8F69376E-4774-43E2-B80D-68325317D005}" type="presParOf" srcId="{C3520CE7-F89E-4051-AC3C-406FC2FB50DB}" destId="{804A09A6-559A-40DF-835B-D66A5907754D}" srcOrd="2" destOrd="0" presId="urn:microsoft.com/office/officeart/2005/8/layout/orgChart1"/>
    <dgm:cxn modelId="{AC44DC34-CEA3-4739-99D7-1A967B0BB619}" type="presParOf" srcId="{E7547017-D7B7-4701-9152-7ABF1E35E5A0}" destId="{13FC3E04-27F9-4F78-A39C-7CF75936A8E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D1904-7DE8-4D44-936C-F0AFCF774F5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920E7-58C4-461B-A1F4-321AC98B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59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498D7-0C00-41C6-BB8D-4E69A655F4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CEC8-D010-4291-9D5A-E7807A8A9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4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DCEC8-D010-4291-9D5A-E7807A8A90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88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DCEC8-D010-4291-9D5A-E7807A8A90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59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199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1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8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4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57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1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16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03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686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3568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969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449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1759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138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2A279-0833-481D-8C56-F67FD0AC6C5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659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587DA83-5663-4C9C-B9AA-0B40A3DAFF8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95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26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romot.mp.gov.i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promot.mp.gov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7200" dirty="0" err="1" smtClean="0"/>
              <a:t>Jal</a:t>
            </a:r>
            <a:r>
              <a:rPr lang="en-US" sz="7200" dirty="0" smtClean="0"/>
              <a:t> </a:t>
            </a:r>
            <a:r>
              <a:rPr lang="en-US" sz="7200" dirty="0" err="1" smtClean="0"/>
              <a:t>Rekha</a:t>
            </a:r>
            <a:r>
              <a:rPr lang="en-US" sz="7200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 smtClean="0"/>
              <a:t>OIC: Dr. </a:t>
            </a:r>
            <a:r>
              <a:rPr lang="en-US" dirty="0" err="1" smtClean="0"/>
              <a:t>Rakesh</a:t>
            </a:r>
            <a:r>
              <a:rPr lang="en-US" dirty="0" smtClean="0"/>
              <a:t> </a:t>
            </a:r>
            <a:r>
              <a:rPr lang="en-US" dirty="0" err="1" smtClean="0"/>
              <a:t>Dubey</a:t>
            </a:r>
            <a:endParaRPr lang="en-US" dirty="0" smtClean="0"/>
          </a:p>
          <a:p>
            <a:r>
              <a:rPr lang="en-US" dirty="0" smtClean="0"/>
              <a:t>PM : Mr. </a:t>
            </a:r>
            <a:r>
              <a:rPr lang="en-US" dirty="0" err="1" smtClean="0"/>
              <a:t>Tapan</a:t>
            </a:r>
            <a:r>
              <a:rPr lang="en-US" dirty="0" smtClean="0"/>
              <a:t> </a:t>
            </a:r>
            <a:r>
              <a:rPr lang="en-US" dirty="0" err="1" smtClean="0"/>
              <a:t>Khandelwal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770" y="110224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A5E52-2551-1201-0E0F-FEE363E2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C3F3146-CB6B-4846-8C9E-8D2E407CA513}"/>
              </a:ext>
            </a:extLst>
          </p:cNvPr>
          <p:cNvSpPr/>
          <p:nvPr/>
        </p:nvSpPr>
        <p:spPr>
          <a:xfrm>
            <a:off x="381837" y="2304181"/>
            <a:ext cx="11455121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err="1"/>
              <a:t>Jal</a:t>
            </a:r>
            <a:r>
              <a:rPr lang="en-US" sz="1200" b="1" dirty="0"/>
              <a:t> </a:t>
            </a:r>
            <a:r>
              <a:rPr lang="en-US" sz="1200" b="1" dirty="0" err="1"/>
              <a:t>Rekha</a:t>
            </a:r>
            <a:r>
              <a:rPr lang="en-US" sz="1200" dirty="0"/>
              <a:t> is a </a:t>
            </a:r>
            <a:r>
              <a:rPr lang="en-US" sz="1200" b="1" dirty="0"/>
              <a:t>GIS-based integrated mobile and web application</a:t>
            </a:r>
            <a:r>
              <a:rPr lang="en-US" sz="1200" dirty="0"/>
              <a:t> developed for </a:t>
            </a:r>
            <a:r>
              <a:rPr lang="en-US" sz="1200" b="1" dirty="0"/>
              <a:t>end-to-end monitoring, planning, and management of rural water supply projects</a:t>
            </a:r>
            <a:r>
              <a:rPr lang="en-US" sz="1200" dirty="0"/>
              <a:t> across the state, including schemes under </a:t>
            </a:r>
            <a:r>
              <a:rPr lang="en-US" sz="1200" b="1" dirty="0" err="1"/>
              <a:t>Har</a:t>
            </a:r>
            <a:r>
              <a:rPr lang="en-US" sz="1200" b="1" dirty="0"/>
              <a:t> </a:t>
            </a:r>
            <a:r>
              <a:rPr lang="en-US" sz="1200" b="1" dirty="0" err="1"/>
              <a:t>Ghar</a:t>
            </a:r>
            <a:r>
              <a:rPr lang="en-US" sz="1200" b="1" dirty="0"/>
              <a:t> </a:t>
            </a:r>
            <a:r>
              <a:rPr lang="en-US" sz="1200" b="1" dirty="0" err="1"/>
              <a:t>Jal</a:t>
            </a:r>
            <a:r>
              <a:rPr lang="en-US" sz="1200" b="1" dirty="0"/>
              <a:t> </a:t>
            </a:r>
            <a:r>
              <a:rPr lang="en-US" sz="1200" b="1" dirty="0" err="1"/>
              <a:t>Yojana</a:t>
            </a:r>
            <a:r>
              <a:rPr lang="en-US" sz="1200" dirty="0"/>
              <a:t>. The platform provides a </a:t>
            </a:r>
            <a:r>
              <a:rPr lang="en-US" sz="1200" b="1" dirty="0"/>
              <a:t>digital system of record</a:t>
            </a:r>
            <a:r>
              <a:rPr lang="en-US" sz="1200" dirty="0"/>
              <a:t> to track physical progress, asset creation, inspections, and operational data in a transparent and standardized manner.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solution enables </a:t>
            </a:r>
            <a:r>
              <a:rPr lang="en-US" sz="1200" b="1" dirty="0"/>
              <a:t>field-level data capture through a mobile application</a:t>
            </a:r>
            <a:r>
              <a:rPr lang="en-US" sz="1200" dirty="0"/>
              <a:t>, allowing </a:t>
            </a:r>
            <a:r>
              <a:rPr lang="en-US" sz="1200" dirty="0" err="1"/>
              <a:t>geotagging</a:t>
            </a:r>
            <a:r>
              <a:rPr lang="en-US" sz="1200" dirty="0"/>
              <a:t> of assets such as intake points, WTPs, OHTs, pipelines, and beneficiary connections. This supports accurate visualization of </a:t>
            </a:r>
            <a:r>
              <a:rPr lang="en-US" sz="1200" b="1" dirty="0"/>
              <a:t>planned versus actual network layouts</a:t>
            </a:r>
            <a:r>
              <a:rPr lang="en-US" sz="1200" dirty="0"/>
              <a:t> on GIS maps, ensuring data authenticity and quality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web application</a:t>
            </a:r>
            <a:r>
              <a:rPr lang="en-US" sz="1200" dirty="0"/>
              <a:t> acts as a centralized monitoring and governance platform for departmental users, facilitating </a:t>
            </a:r>
            <a:r>
              <a:rPr lang="en-US" sz="1200" b="1" dirty="0"/>
              <a:t>task assignment, inspection approvals, progress tracking, and reporting</a:t>
            </a:r>
            <a:r>
              <a:rPr lang="en-US" sz="1200" dirty="0"/>
              <a:t> at state, district, scheme, and village levels. </a:t>
            </a:r>
            <a:r>
              <a:rPr lang="en-US" sz="1200" dirty="0" err="1"/>
              <a:t>Jal</a:t>
            </a:r>
            <a:r>
              <a:rPr lang="en-US" sz="1200" dirty="0"/>
              <a:t> </a:t>
            </a:r>
            <a:r>
              <a:rPr lang="en-US" sz="1200" dirty="0" err="1"/>
              <a:t>Rekha</a:t>
            </a:r>
            <a:r>
              <a:rPr lang="en-US" sz="1200" dirty="0"/>
              <a:t> also enables </a:t>
            </a:r>
            <a:r>
              <a:rPr lang="en-US" sz="1200" b="1" dirty="0"/>
              <a:t>contractors to digitally raise inspection requests</a:t>
            </a:r>
            <a:r>
              <a:rPr lang="en-US" sz="1200" dirty="0"/>
              <a:t>, streamlining verification workflows, improving turnaround times, and enhancing transparency.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Additionally, the platform supports </a:t>
            </a:r>
            <a:r>
              <a:rPr lang="en-US" sz="1200" b="1" dirty="0"/>
              <a:t>meter reading uploads</a:t>
            </a:r>
            <a:r>
              <a:rPr lang="en-US" sz="1200" dirty="0"/>
              <a:t> for real-time water supply monitoring and </a:t>
            </a:r>
            <a:r>
              <a:rPr lang="en-US" sz="1200" b="1" dirty="0"/>
              <a:t>data-driven contractor payments</a:t>
            </a:r>
            <a:r>
              <a:rPr lang="en-US" sz="1200" dirty="0"/>
              <a:t>. As a planned enhancement, </a:t>
            </a:r>
            <a:r>
              <a:rPr lang="en-US" sz="1200" dirty="0" err="1"/>
              <a:t>Jal</a:t>
            </a:r>
            <a:r>
              <a:rPr lang="en-US" sz="1200" dirty="0"/>
              <a:t> </a:t>
            </a:r>
            <a:r>
              <a:rPr lang="en-US" sz="1200" dirty="0" err="1"/>
              <a:t>Rekha</a:t>
            </a:r>
            <a:r>
              <a:rPr lang="en-US" sz="1200" dirty="0"/>
              <a:t> aims to </a:t>
            </a:r>
            <a:r>
              <a:rPr lang="en-US" sz="1200" b="1" dirty="0"/>
              <a:t>empower citizens</a:t>
            </a:r>
            <a:r>
              <a:rPr lang="en-US" sz="1200" dirty="0" smtClean="0"/>
              <a:t>.</a:t>
            </a:r>
            <a:endParaRPr lang="en-US" sz="12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smtClean="0"/>
              <a:t>Project Start Date</a:t>
            </a:r>
            <a:r>
              <a:rPr lang="en-US" sz="1200" dirty="0" smtClean="0"/>
              <a:t>: 15-Jan-2024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smtClean="0"/>
              <a:t>Project End Date</a:t>
            </a:r>
            <a:r>
              <a:rPr lang="en-US" sz="1200" dirty="0" smtClean="0"/>
              <a:t>: On-going</a:t>
            </a:r>
          </a:p>
          <a:p>
            <a:endParaRPr lang="en-US" sz="1300" b="1" dirty="0" smtClean="0"/>
          </a:p>
          <a:p>
            <a:endParaRPr lang="en-US" sz="1300" b="1" dirty="0" smtClean="0"/>
          </a:p>
          <a:p>
            <a:r>
              <a:rPr lang="en-US" sz="1300" b="1" dirty="0" smtClean="0"/>
              <a:t>Current </a:t>
            </a:r>
            <a:r>
              <a:rPr lang="en-US" sz="1300" b="1" dirty="0"/>
              <a:t>Status</a:t>
            </a:r>
            <a:r>
              <a:rPr lang="en-US" sz="1300" b="1" dirty="0" smtClean="0"/>
              <a:t>:</a:t>
            </a:r>
            <a:endParaRPr lang="en-US" sz="13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Schemes: </a:t>
            </a:r>
            <a:r>
              <a:rPr lang="en-US" sz="1300" b="1" dirty="0">
                <a:solidFill>
                  <a:srgbClr val="0070C0"/>
                </a:solidFill>
              </a:rPr>
              <a:t>147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Web Users: </a:t>
            </a:r>
            <a:r>
              <a:rPr lang="en-US" sz="1300" b="1" dirty="0">
                <a:solidFill>
                  <a:srgbClr val="0070C0"/>
                </a:solidFill>
              </a:rPr>
              <a:t>905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Mobile Users: </a:t>
            </a:r>
            <a:r>
              <a:rPr lang="en-US" sz="1300" b="1" dirty="0">
                <a:solidFill>
                  <a:srgbClr val="0070C0"/>
                </a:solidFill>
              </a:rPr>
              <a:t>5,255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RFIs Raised: </a:t>
            </a:r>
            <a:r>
              <a:rPr lang="en-US" sz="1300" b="1" dirty="0">
                <a:solidFill>
                  <a:srgbClr val="0070C0"/>
                </a:solidFill>
              </a:rPr>
              <a:t>370,205</a:t>
            </a:r>
            <a:endParaRPr lang="en-US" sz="1300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Schemes RFIs Generated: </a:t>
            </a:r>
            <a:r>
              <a:rPr lang="en-US" sz="1300" b="1" dirty="0" smtClean="0">
                <a:solidFill>
                  <a:srgbClr val="0070C0"/>
                </a:solidFill>
              </a:rPr>
              <a:t>113</a:t>
            </a:r>
            <a:endParaRPr lang="en-US" sz="1300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NGO Activities Recorded: </a:t>
            </a:r>
            <a:r>
              <a:rPr lang="en-US" sz="1300" b="1" dirty="0" smtClean="0">
                <a:solidFill>
                  <a:srgbClr val="0070C0"/>
                </a:solidFill>
              </a:rPr>
              <a:t>160,378</a:t>
            </a:r>
            <a:endParaRPr lang="en-US" sz="1300" b="1" dirty="0">
              <a:solidFill>
                <a:srgbClr val="0070C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568303A-93FC-40C8-9292-43CA4E7D3DB1}"/>
              </a:ext>
            </a:extLst>
          </p:cNvPr>
          <p:cNvSpPr/>
          <p:nvPr/>
        </p:nvSpPr>
        <p:spPr>
          <a:xfrm>
            <a:off x="4210450" y="5151114"/>
            <a:ext cx="6096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Daily Inspections Conducted: </a:t>
            </a:r>
            <a:r>
              <a:rPr lang="en-US" sz="1300" b="1" dirty="0">
                <a:solidFill>
                  <a:srgbClr val="0070C0"/>
                </a:solidFill>
              </a:rPr>
              <a:t>126,740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Pipeline Mapped: </a:t>
            </a:r>
            <a:r>
              <a:rPr lang="en-US" sz="1300" b="1" dirty="0" smtClean="0">
                <a:solidFill>
                  <a:srgbClr val="0070C0"/>
                </a:solidFill>
              </a:rPr>
              <a:t>130,492 km</a:t>
            </a:r>
            <a:endParaRPr lang="en-US" sz="1300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Assets Surveyed (Intake, WTP, MBR, OHT, IPS, PMBR): </a:t>
            </a:r>
            <a:r>
              <a:rPr lang="en-US" sz="1300" b="1" dirty="0">
                <a:solidFill>
                  <a:srgbClr val="0070C0"/>
                </a:solidFill>
              </a:rPr>
              <a:t>12,286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Water Samples Collected: </a:t>
            </a:r>
            <a:r>
              <a:rPr lang="en-US" sz="1300" b="1" dirty="0">
                <a:solidFill>
                  <a:srgbClr val="0070C0"/>
                </a:solidFill>
              </a:rPr>
              <a:t>18205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Daily Water Supply Villages Meter Readings: </a:t>
            </a:r>
            <a:r>
              <a:rPr lang="en-US" sz="1300" b="1" dirty="0">
                <a:solidFill>
                  <a:srgbClr val="0070C0"/>
                </a:solidFill>
              </a:rPr>
              <a:t>3110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Schemes under O&amp;M: </a:t>
            </a:r>
            <a:r>
              <a:rPr lang="en-US" sz="1300" b="1" dirty="0">
                <a:solidFill>
                  <a:srgbClr val="0070C0"/>
                </a:solidFill>
              </a:rPr>
              <a:t>54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Factory Material Tests Conducted: </a:t>
            </a:r>
            <a:r>
              <a:rPr lang="en-US" sz="1300" b="1" dirty="0" smtClean="0">
                <a:solidFill>
                  <a:srgbClr val="0070C0"/>
                </a:solidFill>
              </a:rPr>
              <a:t>45</a:t>
            </a:r>
            <a:endParaRPr lang="en-US" sz="1300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300" dirty="0"/>
              <a:t>Total functional household tap connection Survey : </a:t>
            </a:r>
            <a:r>
              <a:rPr lang="en-US" sz="1300" b="1" dirty="0">
                <a:solidFill>
                  <a:srgbClr val="0070C0"/>
                </a:solidFill>
              </a:rPr>
              <a:t>25004</a:t>
            </a:r>
            <a:endParaRPr lang="en-US" sz="1300" b="1" dirty="0">
              <a:solidFill>
                <a:srgbClr val="0070C0"/>
              </a:solidFill>
            </a:endParaRPr>
          </a:p>
        </p:txBody>
      </p:sp>
      <p:graphicFrame>
        <p:nvGraphicFramePr>
          <p:cNvPr id="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7791"/>
              </p:ext>
            </p:extLst>
          </p:nvPr>
        </p:nvGraphicFramePr>
        <p:xfrm>
          <a:off x="8374631" y="4209244"/>
          <a:ext cx="3566160" cy="1374459"/>
        </p:xfrm>
        <a:graphic>
          <a:graphicData uri="http://schemas.openxmlformats.org/drawingml/2006/table">
            <a:tbl>
              <a:tblPr/>
              <a:tblGrid>
                <a:gridCol w="936706"/>
                <a:gridCol w="2629454"/>
              </a:tblGrid>
              <a:tr h="313957">
                <a:tc gridSpan="2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Technology Stack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2D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Technology Stack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D5E"/>
                    </a:solidFill>
                  </a:tcPr>
                </a:tc>
              </a:tr>
              <a:tr h="31395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Framework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1200" dirty="0" smtClean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r>
                        <a:rPr lang="en-US" sz="1200" dirty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NET Core (8</a:t>
                      </a:r>
                      <a:r>
                        <a:rPr lang="en-US" sz="1200" dirty="0" smtClean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)/ Angular, 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CCD3"/>
                    </a:solidFill>
                  </a:tcPr>
                </a:tc>
              </a:tr>
              <a:tr h="31395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120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Database</a:t>
                      </a:r>
                      <a:endParaRPr lang="en-US" sz="12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1200" dirty="0" err="1" smtClean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</a:t>
                      </a:r>
                      <a:r>
                        <a:rPr lang="en-US" sz="1200" baseline="0" dirty="0" err="1" smtClean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Gres</a:t>
                      </a:r>
                      <a:r>
                        <a:rPr lang="en-US" sz="1200" baseline="0" dirty="0" smtClean="0">
                          <a:solidFill>
                            <a:srgbClr val="5E2D5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SQL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7EA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450" y="75558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15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82F0B9-0A53-7B76-E9DD-CD1BF29A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Structure </a:t>
            </a:r>
            <a:endParaRPr lang="en-IN" dirty="0"/>
          </a:p>
        </p:txBody>
      </p:sp>
      <p:graphicFrame>
        <p:nvGraphicFramePr>
          <p:cNvPr id="4" name="Content Placeholder 14">
            <a:extLst>
              <a:ext uri="{FF2B5EF4-FFF2-40B4-BE49-F238E27FC236}">
                <a16:creationId xmlns:a16="http://schemas.microsoft.com/office/drawing/2014/main" xmlns="" id="{E1541910-96A4-9505-68C6-5437705F3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048524"/>
              </p:ext>
            </p:extLst>
          </p:nvPr>
        </p:nvGraphicFramePr>
        <p:xfrm>
          <a:off x="600364" y="2253673"/>
          <a:ext cx="10709021" cy="450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0137" y="96823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28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82F0B9-0A53-7B76-E9DD-CD1BF29A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Awards </a:t>
            </a:r>
            <a:r>
              <a:rPr lang="en-US" dirty="0" err="1" smtClean="0"/>
              <a:t>Acclodes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30892" y="2237602"/>
            <a:ext cx="6826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Central Repository SVN Awards Appreciation link : </a:t>
            </a:r>
          </a:p>
          <a:p>
            <a:endParaRPr lang="en-US" sz="1200" dirty="0"/>
          </a:p>
          <a:p>
            <a:r>
              <a:rPr lang="en-US" sz="1200" dirty="0" smtClean="0"/>
              <a:t>https</a:t>
            </a:r>
            <a:r>
              <a:rPr lang="en-US" sz="1200" dirty="0"/>
              <a:t>://172.18.200.175/svn/GIS_MAPIT/code/JalNigam/CMMI_L5_Documents/Appreciations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1" y="3625569"/>
            <a:ext cx="2809215" cy="23688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46" y="3160962"/>
            <a:ext cx="3897746" cy="38660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93" y="2237602"/>
            <a:ext cx="3740342" cy="4635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974" y="118089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0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908A44-C42E-F584-AD83-DE878B02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B0F593-A4E6-A2DF-2185-036396926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309846" cy="368646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Scope of Work: 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Jal</a:t>
            </a:r>
            <a:r>
              <a:rPr lang="en-US" b="1" dirty="0"/>
              <a:t> </a:t>
            </a:r>
            <a:r>
              <a:rPr lang="en-US" b="1" dirty="0" err="1"/>
              <a:t>Rekha</a:t>
            </a:r>
            <a:r>
              <a:rPr lang="en-US" b="1" dirty="0"/>
              <a:t> Project</a:t>
            </a:r>
            <a:r>
              <a:rPr lang="en-US" dirty="0"/>
              <a:t> is a </a:t>
            </a:r>
            <a:r>
              <a:rPr lang="en-US" b="1" dirty="0"/>
              <a:t>GIS-enabled web and mobile platform</a:t>
            </a:r>
            <a:r>
              <a:rPr lang="en-US" dirty="0"/>
              <a:t> developed to support end-to-end planning, monitoring, and governance of </a:t>
            </a:r>
            <a:r>
              <a:rPr lang="en-US" b="1" dirty="0"/>
              <a:t>water supply and water quality infrastructure projects</a:t>
            </a:r>
            <a:r>
              <a:rPr lang="en-US" dirty="0"/>
              <a:t>. The system enables </a:t>
            </a:r>
            <a:r>
              <a:rPr lang="en-US" b="1" dirty="0"/>
              <a:t>field-level data collection</a:t>
            </a:r>
            <a:r>
              <a:rPr lang="en-US" dirty="0"/>
              <a:t>, </a:t>
            </a:r>
            <a:r>
              <a:rPr lang="en-US" b="1" dirty="0"/>
              <a:t>asset mapping</a:t>
            </a:r>
            <a:r>
              <a:rPr lang="en-US" dirty="0"/>
              <a:t>, </a:t>
            </a:r>
            <a:r>
              <a:rPr lang="en-US" b="1" dirty="0"/>
              <a:t>water quality monitoring</a:t>
            </a:r>
            <a:r>
              <a:rPr lang="en-US" dirty="0"/>
              <a:t>, and </a:t>
            </a:r>
            <a:r>
              <a:rPr lang="en-US" b="1" dirty="0"/>
              <a:t>role-based approvals</a:t>
            </a:r>
            <a:r>
              <a:rPr lang="en-US" dirty="0"/>
              <a:t> through an integrated digital workflow.</a:t>
            </a:r>
          </a:p>
          <a:p>
            <a:pPr marL="0" indent="0">
              <a:buNone/>
            </a:pPr>
            <a:r>
              <a:rPr lang="en-US" dirty="0"/>
              <a:t>Its scope includes </a:t>
            </a:r>
            <a:r>
              <a:rPr lang="en-US" b="1" dirty="0" smtClean="0"/>
              <a:t>mobile </a:t>
            </a:r>
            <a:r>
              <a:rPr lang="en-US" b="1" dirty="0"/>
              <a:t>surveys with GPS and photo validation</a:t>
            </a:r>
            <a:r>
              <a:rPr lang="en-US" dirty="0"/>
              <a:t>, </a:t>
            </a:r>
            <a:r>
              <a:rPr lang="en-US" b="1" dirty="0"/>
              <a:t>water quality sample collection and reporting</a:t>
            </a:r>
            <a:r>
              <a:rPr lang="en-US" dirty="0"/>
              <a:t>, </a:t>
            </a:r>
            <a:r>
              <a:rPr lang="en-US" b="1" dirty="0" smtClean="0"/>
              <a:t>contractor work plan, capture NGO activities, </a:t>
            </a:r>
            <a:r>
              <a:rPr lang="en-US" dirty="0" smtClean="0"/>
              <a:t>and </a:t>
            </a:r>
            <a:r>
              <a:rPr lang="en-US" b="1" dirty="0"/>
              <a:t>web-based dashboards and reports</a:t>
            </a:r>
            <a:r>
              <a:rPr lang="en-US" dirty="0"/>
              <a:t> for real-time monitoring</a:t>
            </a:r>
          </a:p>
          <a:p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/>
              <a:t>Change Request Log&gt; in case of CR’s in the projects </a:t>
            </a:r>
          </a:p>
          <a:p>
            <a:r>
              <a:rPr lang="en-US" b="1" dirty="0" smtClean="0"/>
              <a:t>SRS/FRS : </a:t>
            </a:r>
            <a:r>
              <a:rPr lang="en-US" u="sng" dirty="0"/>
              <a:t>https://172.18.200.175/svn/GIS_MAPIT/code/JalNigam/CMMI_L5_Documents/Requirements Development &amp; </a:t>
            </a:r>
            <a:r>
              <a:rPr lang="en-US" u="sng" dirty="0" smtClean="0"/>
              <a:t>Management/SRS</a:t>
            </a:r>
          </a:p>
          <a:p>
            <a:r>
              <a:rPr lang="en-US" b="1" dirty="0" smtClean="0"/>
              <a:t>User Stories: </a:t>
            </a:r>
            <a:r>
              <a:rPr lang="en-US" u="sng" dirty="0" smtClean="0"/>
              <a:t>https://172.18.200.175/svn/GIS_MAPIT/code/JalNigam/CMMI_L5_Documents/Requirements Development &amp; Management/US</a:t>
            </a:r>
          </a:p>
          <a:p>
            <a:r>
              <a:rPr lang="en-US" b="1" dirty="0" smtClean="0"/>
              <a:t>BRTM</a:t>
            </a:r>
            <a:r>
              <a:rPr lang="en-US" b="1" dirty="0"/>
              <a:t>: </a:t>
            </a:r>
            <a:r>
              <a:rPr lang="en-US" dirty="0"/>
              <a:t>https://172.18.200.175/svn/GIS_MAPIT/code/JalNigam/CMMI_L5_Documents/Requirements Development &amp; Management/BRTM</a:t>
            </a:r>
            <a:endParaRPr lang="en-US" dirty="0" smtClean="0"/>
          </a:p>
          <a:p>
            <a:r>
              <a:rPr lang="en-US" b="1" dirty="0" smtClean="0"/>
              <a:t>&lt;</a:t>
            </a:r>
            <a:r>
              <a:rPr lang="en-US" b="1" dirty="0"/>
              <a:t>Put some sample Screen reference and than attach a link of the file from the central repository</a:t>
            </a:r>
            <a:r>
              <a:rPr lang="en-US" b="1" dirty="0" smtClean="0"/>
              <a:t>&gt;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0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92B08A-0D8F-51CF-58A3-36A7575A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436" y="3021288"/>
            <a:ext cx="5014364" cy="310142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E033F2EC-5690-6612-268E-A53697F31144}"/>
              </a:ext>
            </a:extLst>
          </p:cNvPr>
          <p:cNvSpPr txBox="1">
            <a:spLocks/>
          </p:cNvSpPr>
          <p:nvPr/>
        </p:nvSpPr>
        <p:spPr>
          <a:xfrm>
            <a:off x="914400" y="2219325"/>
            <a:ext cx="9218613" cy="457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Estimates are done using </a:t>
            </a:r>
            <a:r>
              <a:rPr lang="en-US" b="1" dirty="0" smtClean="0">
                <a:solidFill>
                  <a:schemeClr val="tx1"/>
                </a:solidFill>
              </a:rPr>
              <a:t>Story Point</a:t>
            </a:r>
            <a:r>
              <a:rPr lang="en-US" b="1" dirty="0" smtClean="0">
                <a:solidFill>
                  <a:srgbClr val="EE0000"/>
                </a:solidFill>
              </a:rPr>
              <a:t> </a:t>
            </a:r>
            <a:r>
              <a:rPr lang="en-US" dirty="0" smtClean="0"/>
              <a:t>Size-based estimation technique (by PM/TL/BA)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Central </a:t>
            </a:r>
            <a:r>
              <a:rPr lang="en-US" dirty="0"/>
              <a:t>Repository : </a:t>
            </a:r>
            <a:r>
              <a:rPr lang="en-US" sz="1600" b="1" dirty="0"/>
              <a:t>https://172.18.200.175/svn/GIS_MAPIT/code/JalNigam/CMMI_L5_Documents/Estimation</a:t>
            </a:r>
            <a:endParaRPr lang="en-US" sz="1600" dirty="0" smtClean="0"/>
          </a:p>
          <a:p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1"/>
            <a:ext cx="5362575" cy="16163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072" y="2453352"/>
            <a:ext cx="1746303" cy="2120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873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6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59978-1E61-EDB8-F27A-8B0BCC69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/ WBS 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49BAECA-C312-E513-F941-957AEC5E3EB9}"/>
              </a:ext>
            </a:extLst>
          </p:cNvPr>
          <p:cNvSpPr txBox="1">
            <a:spLocks/>
          </p:cNvSpPr>
          <p:nvPr/>
        </p:nvSpPr>
        <p:spPr>
          <a:xfrm>
            <a:off x="1090708" y="2309091"/>
            <a:ext cx="9919037" cy="423025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Project Activity Plan</a:t>
            </a:r>
          </a:p>
          <a:p>
            <a:r>
              <a:rPr lang="en-US" dirty="0" smtClean="0"/>
              <a:t>Type of Project: Team-Based Project</a:t>
            </a:r>
          </a:p>
          <a:p>
            <a:r>
              <a:rPr lang="en-US" dirty="0" smtClean="0"/>
              <a:t>WBS is </a:t>
            </a:r>
            <a:r>
              <a:rPr lang="en-US" dirty="0" smtClean="0">
                <a:solidFill>
                  <a:schemeClr val="tx1"/>
                </a:solidFill>
              </a:rPr>
              <a:t>maintained</a:t>
            </a:r>
            <a:r>
              <a:rPr lang="en-US" dirty="0" smtClean="0">
                <a:solidFill>
                  <a:srgbClr val="EE0000"/>
                </a:solidFill>
              </a:rPr>
              <a:t> </a:t>
            </a:r>
            <a:r>
              <a:rPr lang="en-US" dirty="0" smtClean="0"/>
              <a:t>in   : </a:t>
            </a:r>
            <a:r>
              <a:rPr lang="en-US" b="1" dirty="0" smtClean="0">
                <a:hlinkClick r:id="rId2"/>
              </a:rPr>
              <a:t>https://promot.mp.gov.in/</a:t>
            </a:r>
            <a:r>
              <a:rPr lang="en-US" b="1" dirty="0" smtClean="0"/>
              <a:t> and</a:t>
            </a:r>
          </a:p>
          <a:p>
            <a:pPr marL="0" indent="0">
              <a:buNone/>
            </a:pPr>
            <a:r>
              <a:rPr lang="en-US" b="1" dirty="0" smtClean="0"/>
              <a:t>	https</a:t>
            </a:r>
            <a:r>
              <a:rPr lang="en-US" b="1" dirty="0"/>
              <a:t>://172.18.200.175/svn/GIS_MAPIT/code/JalNigam/CMMI_L5_Documents/WBS</a:t>
            </a:r>
            <a:endParaRPr lang="en-US" b="1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The Project tasks are managed using </a:t>
            </a:r>
            <a:r>
              <a:rPr lang="en-US" dirty="0" err="1" smtClean="0">
                <a:solidFill>
                  <a:schemeClr val="tx1"/>
                </a:solidFill>
              </a:rPr>
              <a:t>Promot</a:t>
            </a:r>
            <a:r>
              <a:rPr lang="en-US" dirty="0" smtClean="0">
                <a:solidFill>
                  <a:schemeClr val="tx1"/>
                </a:solidFill>
              </a:rPr>
              <a:t>.  The progress of the tasks is reviewed  by   </a:t>
            </a:r>
          </a:p>
          <a:p>
            <a:pPr>
              <a:buClr>
                <a:schemeClr val="tx1"/>
              </a:buClr>
              <a:buFontTx/>
              <a:buNone/>
              <a:defRPr/>
            </a:pPr>
            <a:r>
              <a:rPr lang="en-US" dirty="0" smtClean="0">
                <a:solidFill>
                  <a:schemeClr val="tx1"/>
                </a:solidFill>
              </a:rPr>
              <a:t>       the team PM/ leads.</a:t>
            </a:r>
          </a:p>
          <a:p>
            <a:r>
              <a:rPr lang="en-US" dirty="0" smtClean="0"/>
              <a:t>Estimation Technique: Story Point (Size-Based Estimation</a:t>
            </a:r>
            <a:r>
              <a:rPr lang="en-US" dirty="0"/>
              <a:t>) : https://172.18.200.175/svn/GIS_MAPIT/code/JalNigam/CMMI_L5_Documents/Estimation</a:t>
            </a:r>
            <a:endParaRPr lang="en-US" dirty="0" smtClean="0"/>
          </a:p>
          <a:p>
            <a:r>
              <a:rPr lang="en-US" dirty="0"/>
              <a:t>&lt;Demonstrate the Project Activity Plan&gt;</a:t>
            </a:r>
          </a:p>
          <a:p>
            <a:r>
              <a:rPr lang="en-US" dirty="0"/>
              <a:t> </a:t>
            </a:r>
            <a:r>
              <a:rPr lang="en-US" dirty="0" err="1"/>
              <a:t>MoM</a:t>
            </a:r>
            <a:r>
              <a:rPr lang="en-US" dirty="0"/>
              <a:t> :  https://172.18.200.175/svn/GIS_MAPIT/code/JalNigam/CMMI_L5_Documents/Monitor &amp; </a:t>
            </a:r>
            <a:r>
              <a:rPr lang="en-US" dirty="0" smtClean="0"/>
              <a:t>Control/MOM</a:t>
            </a:r>
          </a:p>
          <a:p>
            <a:r>
              <a:rPr lang="en-US" dirty="0" smtClean="0"/>
              <a:t>CAR </a:t>
            </a:r>
            <a:r>
              <a:rPr lang="en-US" dirty="0"/>
              <a:t>: https://172.18.200.175/svn/GIS_MAPIT/code/JalNigam/CMMI_L5_Documents/Casual Analysis Resolution</a:t>
            </a:r>
            <a:endParaRPr lang="en-US" dirty="0" smtClean="0"/>
          </a:p>
          <a:p>
            <a:r>
              <a:rPr lang="en-US" dirty="0" smtClean="0"/>
              <a:t>Process Performance Model: The p</a:t>
            </a:r>
            <a:r>
              <a:rPr lang="en-US" dirty="0" smtClean="0">
                <a:solidFill>
                  <a:schemeClr val="tx1"/>
                </a:solidFill>
              </a:rPr>
              <a:t>erformance</a:t>
            </a:r>
            <a:r>
              <a:rPr lang="en-US" b="1" dirty="0" smtClean="0">
                <a:solidFill>
                  <a:schemeClr val="tx1"/>
                </a:solidFill>
                <a:highlight>
                  <a:srgbClr val="FFFF00"/>
                </a:highlight>
              </a:rPr>
              <a:t> model will be used for estimating the efforts and defects.</a:t>
            </a:r>
          </a:p>
          <a:p>
            <a:r>
              <a:rPr lang="en-US" dirty="0" smtClean="0">
                <a:solidFill>
                  <a:schemeClr val="tx1"/>
                </a:solidFill>
                <a:highlight>
                  <a:srgbClr val="FFFF00"/>
                </a:highlight>
              </a:rPr>
              <a:t>Project Plan is consolidated/prepared by the Project Manager. It is  reviewed by the OIC : </a:t>
            </a:r>
            <a:r>
              <a:rPr lang="en-US" dirty="0" smtClean="0">
                <a:solidFill>
                  <a:schemeClr val="tx1"/>
                </a:solidFill>
              </a:rPr>
              <a:t>https</a:t>
            </a:r>
            <a:r>
              <a:rPr lang="en-US" dirty="0">
                <a:solidFill>
                  <a:schemeClr val="tx1"/>
                </a:solidFill>
              </a:rPr>
              <a:t>://172.18.200.175/svn/GIS_MAPIT/code/JalNigam/CMMI_L5_Documents/Planning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trike="sngStrike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3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A4DFDB-C92F-7A17-07CD-B7B5842D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Documents / Impact analysis 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198FFEF6-3E0A-C0C9-92E0-6606D9447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98" y="2270927"/>
            <a:ext cx="11224009" cy="5024176"/>
          </a:xfrm>
        </p:spPr>
        <p:txBody>
          <a:bodyPr>
            <a:normAutofit/>
          </a:bodyPr>
          <a:lstStyle/>
          <a:p>
            <a:r>
              <a:rPr lang="en-US" sz="1400" dirty="0"/>
              <a:t>Wireframes Link: </a:t>
            </a:r>
            <a:r>
              <a:rPr lang="en-US" sz="1400" dirty="0" smtClean="0"/>
              <a:t>https</a:t>
            </a:r>
            <a:r>
              <a:rPr lang="en-US" sz="1400" dirty="0"/>
              <a:t>://172.18.200.175/svn/GIS_MAPIT/code/JalNigam/CMMI_L5_Documents/Requirements Development &amp; </a:t>
            </a:r>
            <a:r>
              <a:rPr lang="en-US" sz="1400" dirty="0" smtClean="0"/>
              <a:t>Management/Wireframe</a:t>
            </a:r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Comprehensive (HLD/LLD) design document </a:t>
            </a:r>
            <a:r>
              <a:rPr lang="en-US" sz="1400" dirty="0" smtClean="0"/>
              <a:t>link:</a:t>
            </a:r>
            <a:r>
              <a:rPr lang="en-US" sz="1400" b="1" dirty="0"/>
              <a:t> </a:t>
            </a:r>
            <a:r>
              <a:rPr lang="fr-FR" sz="1400" dirty="0" smtClean="0"/>
              <a:t>https</a:t>
            </a:r>
            <a:r>
              <a:rPr lang="fr-FR" sz="1400" dirty="0"/>
              <a:t>://172.18.200.175/svn/GIS_MAPIT/code/JalNigam/CMMI_L5_Documents/Technical Design Solution </a:t>
            </a:r>
            <a:r>
              <a:rPr lang="fr-FR" sz="1400" dirty="0" smtClean="0"/>
              <a:t>Document</a:t>
            </a:r>
            <a:endParaRPr lang="en-US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96" y="2804398"/>
            <a:ext cx="7771825" cy="2991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5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E4F682-9C1E-5602-26A9-564D0CE8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Log / Defect Tracker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13525B-2354-CD14-9AE6-2A81465B3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71904"/>
            <a:ext cx="11967587" cy="3416300"/>
          </a:xfrm>
        </p:spPr>
        <p:txBody>
          <a:bodyPr/>
          <a:lstStyle/>
          <a:p>
            <a:pPr lvl="1"/>
            <a:r>
              <a:rPr lang="en-US" dirty="0" smtClean="0"/>
              <a:t>Defect </a:t>
            </a:r>
            <a:r>
              <a:rPr lang="en-US" dirty="0"/>
              <a:t>Tracker including all code review , requirement review , design , testing defects , UAT , Production </a:t>
            </a:r>
            <a:r>
              <a:rPr lang="en-US" dirty="0" smtClean="0"/>
              <a:t>defects</a:t>
            </a:r>
            <a:r>
              <a:rPr lang="en-US" dirty="0"/>
              <a:t>.</a:t>
            </a:r>
            <a:endParaRPr lang="en-US" dirty="0" smtClean="0"/>
          </a:p>
          <a:p>
            <a:pPr lvl="1"/>
            <a:r>
              <a:rPr lang="en-US" dirty="0"/>
              <a:t>Defect Tracker link: Defects are managed in PROMOT Tool, here is the reference : </a:t>
            </a:r>
            <a:r>
              <a:rPr lang="en-US" b="1" dirty="0">
                <a:hlinkClick r:id="rId2"/>
              </a:rPr>
              <a:t>https://promot.mp.gov.in/</a:t>
            </a:r>
            <a:endParaRPr lang="en-US" dirty="0"/>
          </a:p>
          <a:p>
            <a:pPr lvl="1"/>
            <a:r>
              <a:rPr lang="en-US" dirty="0"/>
              <a:t>Defect Tracker screenshot:</a:t>
            </a:r>
          </a:p>
          <a:p>
            <a:pPr lvl="1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3526971"/>
            <a:ext cx="10025511" cy="3331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72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2181FA-8BBF-C669-B795-B8A30CE7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 &amp; Results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8F806C-939D-F66E-6916-57FFBD66A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</a:t>
            </a:r>
            <a:r>
              <a:rPr lang="en-US" dirty="0"/>
              <a:t>Cases with reference to the requirements:  https://172.18.200.175/svn/GIS_MAPIT/code/JalNigam/CMMI_L5_Documents/Testing</a:t>
            </a:r>
          </a:p>
          <a:p>
            <a:r>
              <a:rPr lang="en-US" dirty="0" smtClean="0"/>
              <a:t>Test </a:t>
            </a:r>
            <a:r>
              <a:rPr lang="en-US" dirty="0"/>
              <a:t>Execution </a:t>
            </a:r>
            <a:r>
              <a:rPr lang="en-US" dirty="0" smtClean="0"/>
              <a:t>Results :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4" y="3950170"/>
            <a:ext cx="5275269" cy="27258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223" y="3950170"/>
            <a:ext cx="5052940" cy="2742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2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8597E7-46B8-AC3B-93B5-4746F965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Monitoring &amp;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8508BC-D5CA-55B3-A17D-074694D2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03510"/>
            <a:ext cx="8825659" cy="341630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Reporting KPIs planned V/S actual(PPM are shared in the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/>
              <a:t>PSR </a:t>
            </a:r>
            <a:r>
              <a:rPr lang="en-US" dirty="0"/>
              <a:t>for Senior Management Review)</a:t>
            </a:r>
          </a:p>
          <a:p>
            <a:pPr lvl="1"/>
            <a:r>
              <a:rPr lang="en-US" dirty="0"/>
              <a:t>Risk are reviewed with the tem member during the team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/>
              <a:t>meeting </a:t>
            </a:r>
            <a:r>
              <a:rPr lang="en-US" dirty="0"/>
              <a:t>and also shared with the SMG through PSR. </a:t>
            </a:r>
          </a:p>
          <a:p>
            <a:pPr lvl="1"/>
            <a:r>
              <a:rPr lang="en-US" dirty="0"/>
              <a:t>Opportunities , </a:t>
            </a:r>
          </a:p>
          <a:p>
            <a:pPr lvl="1"/>
            <a:r>
              <a:rPr lang="en-US" dirty="0"/>
              <a:t>Action items of the previous meeting is tracked through MOM</a:t>
            </a:r>
          </a:p>
          <a:p>
            <a:pPr lvl="1"/>
            <a:r>
              <a:rPr lang="en-US" dirty="0"/>
              <a:t>Activities performed for the said duration , </a:t>
            </a:r>
          </a:p>
          <a:p>
            <a:pPr lvl="1"/>
            <a:r>
              <a:rPr lang="en-US" dirty="0"/>
              <a:t>Planned activities for the upcoming duration</a:t>
            </a:r>
          </a:p>
          <a:p>
            <a:pPr marL="857250" lvl="2" indent="0">
              <a:buNone/>
            </a:pPr>
            <a:r>
              <a:rPr lang="en-US" b="1" dirty="0"/>
              <a:t>Project Status </a:t>
            </a:r>
            <a:r>
              <a:rPr lang="en-US" b="1" dirty="0" smtClean="0"/>
              <a:t>Report</a:t>
            </a:r>
          </a:p>
          <a:p>
            <a:pPr marL="857250" lvl="2" indent="0">
              <a:buNone/>
            </a:pPr>
            <a:r>
              <a:rPr lang="en-US" b="1" dirty="0" smtClean="0"/>
              <a:t>MOM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501" y="2280976"/>
            <a:ext cx="4940554" cy="457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1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6A71E-0ADA-888D-42A5-65E8ECE7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KPIs (Planned V/S Actual)</a:t>
            </a:r>
            <a:endParaRPr lang="en-IN" dirty="0"/>
          </a:p>
        </p:txBody>
      </p:sp>
      <p:sp>
        <p:nvSpPr>
          <p:cNvPr id="4" name="TextBox 15"/>
          <p:cNvSpPr txBox="1"/>
          <p:nvPr/>
        </p:nvSpPr>
        <p:spPr>
          <a:xfrm>
            <a:off x="1154954" y="2270125"/>
            <a:ext cx="1091340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our project we follow up for 3 KPIs: Productivity, Cycle Time, and DRE</a:t>
            </a:r>
          </a:p>
        </p:txBody>
      </p:sp>
      <p:sp>
        <p:nvSpPr>
          <p:cNvPr id="5" name="TextBox 16"/>
          <p:cNvSpPr txBox="1"/>
          <p:nvPr/>
        </p:nvSpPr>
        <p:spPr>
          <a:xfrm>
            <a:off x="4842315" y="6524625"/>
            <a:ext cx="190262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Productivity</a:t>
            </a:r>
          </a:p>
        </p:txBody>
      </p:sp>
      <p:sp>
        <p:nvSpPr>
          <p:cNvPr id="6" name="TextBox 12"/>
          <p:cNvSpPr txBox="1"/>
          <p:nvPr/>
        </p:nvSpPr>
        <p:spPr>
          <a:xfrm>
            <a:off x="550424" y="2737041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1</a:t>
            </a:r>
          </a:p>
        </p:txBody>
      </p:sp>
      <p:sp>
        <p:nvSpPr>
          <p:cNvPr id="7" name="TextBox 13"/>
          <p:cNvSpPr txBox="1"/>
          <p:nvPr/>
        </p:nvSpPr>
        <p:spPr>
          <a:xfrm>
            <a:off x="5036278" y="2722032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2</a:t>
            </a:r>
          </a:p>
        </p:txBody>
      </p:sp>
      <p:sp>
        <p:nvSpPr>
          <p:cNvPr id="8" name="TextBox 14"/>
          <p:cNvSpPr txBox="1"/>
          <p:nvPr/>
        </p:nvSpPr>
        <p:spPr>
          <a:xfrm>
            <a:off x="8917602" y="2722031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373522"/>
              </p:ext>
            </p:extLst>
          </p:nvPr>
        </p:nvGraphicFramePr>
        <p:xfrm>
          <a:off x="550423" y="3150754"/>
          <a:ext cx="3328849" cy="3228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6211"/>
                <a:gridCol w="857054"/>
                <a:gridCol w="881897"/>
                <a:gridCol w="993687"/>
              </a:tblGrid>
              <a:tr h="309321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Productivity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Coding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Testing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0.12843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0.2308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0.15491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0.3504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1.739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0.10195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0.1113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-0.024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0.141273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309321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Coding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Testing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0.1411716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0.2911716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5753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-0.0088284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0.77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226095"/>
              </p:ext>
            </p:extLst>
          </p:nvPr>
        </p:nvGraphicFramePr>
        <p:xfrm>
          <a:off x="4627417" y="3199936"/>
          <a:ext cx="3094182" cy="3077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3546"/>
                <a:gridCol w="821100"/>
                <a:gridCol w="725990"/>
                <a:gridCol w="773546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Productivity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0.15941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0.3831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0.8683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0.13345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0.2479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Productivity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0.159905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0.309905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0.009905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0.54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32411"/>
              </p:ext>
            </p:extLst>
          </p:nvPr>
        </p:nvGraphicFramePr>
        <p:xfrm>
          <a:off x="8534398" y="3070416"/>
          <a:ext cx="3131128" cy="3234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2782"/>
                <a:gridCol w="782782"/>
                <a:gridCol w="782782"/>
                <a:gridCol w="782782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0.2606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1.0753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0.18312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0.6918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0.3083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0.17929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0.32929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0.02929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0.55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700" y="15240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9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6A71E-0ADA-888D-42A5-65E8ECE7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KPIs (Planned V/S Actual)</a:t>
            </a:r>
            <a:endParaRPr lang="en-IN" dirty="0"/>
          </a:p>
        </p:txBody>
      </p:sp>
      <p:sp>
        <p:nvSpPr>
          <p:cNvPr id="4" name="TextBox 15"/>
          <p:cNvSpPr txBox="1"/>
          <p:nvPr/>
        </p:nvSpPr>
        <p:spPr>
          <a:xfrm>
            <a:off x="1154954" y="2270125"/>
            <a:ext cx="1091340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our project we follow up for 3 KPIs: Productivity, Cycle Time, and DRE</a:t>
            </a:r>
          </a:p>
        </p:txBody>
      </p:sp>
      <p:sp>
        <p:nvSpPr>
          <p:cNvPr id="5" name="TextBox 16"/>
          <p:cNvSpPr txBox="1"/>
          <p:nvPr/>
        </p:nvSpPr>
        <p:spPr>
          <a:xfrm>
            <a:off x="4777660" y="6524575"/>
            <a:ext cx="190262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 smtClean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Time</a:t>
            </a:r>
          </a:p>
        </p:txBody>
      </p:sp>
      <p:sp>
        <p:nvSpPr>
          <p:cNvPr id="6" name="TextBox 12"/>
          <p:cNvSpPr txBox="1"/>
          <p:nvPr/>
        </p:nvSpPr>
        <p:spPr>
          <a:xfrm>
            <a:off x="467715" y="2709332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1</a:t>
            </a:r>
          </a:p>
        </p:txBody>
      </p:sp>
      <p:sp>
        <p:nvSpPr>
          <p:cNvPr id="7" name="TextBox 13"/>
          <p:cNvSpPr txBox="1"/>
          <p:nvPr/>
        </p:nvSpPr>
        <p:spPr>
          <a:xfrm>
            <a:off x="4326600" y="2709332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2</a:t>
            </a:r>
          </a:p>
        </p:txBody>
      </p:sp>
      <p:sp>
        <p:nvSpPr>
          <p:cNvPr id="8" name="TextBox 14"/>
          <p:cNvSpPr txBox="1"/>
          <p:nvPr/>
        </p:nvSpPr>
        <p:spPr>
          <a:xfrm>
            <a:off x="7742194" y="2709332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64000"/>
              </p:ext>
            </p:extLst>
          </p:nvPr>
        </p:nvGraphicFramePr>
        <p:xfrm>
          <a:off x="494518" y="3042707"/>
          <a:ext cx="2839808" cy="3445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957"/>
                <a:gridCol w="919937"/>
                <a:gridCol w="639957"/>
                <a:gridCol w="639957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2.606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1.170848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1.920848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-0.5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-0.2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-1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471520"/>
              </p:ext>
            </p:extLst>
          </p:nvPr>
        </p:nvGraphicFramePr>
        <p:xfrm>
          <a:off x="4016278" y="3042707"/>
          <a:ext cx="3038764" cy="3416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9691"/>
                <a:gridCol w="759691"/>
                <a:gridCol w="759691"/>
                <a:gridCol w="759691"/>
              </a:tblGrid>
              <a:tr h="30817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AS-IS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Cycle time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Code_CT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Test_CT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Mean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0.2968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0.1717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SD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0.249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0.102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UCL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1.561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0.3301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LCL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-0.0083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0.0133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30817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Target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Cycle time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Mean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0.7335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SD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30817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What if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Cycle time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Code_CT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Test_CT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Mean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0.73897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SD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USL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1.48897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1.73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6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LSL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-0.01103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 dirty="0">
                          <a:effectLst/>
                        </a:rPr>
                        <a:t>-1.27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541981"/>
              </p:ext>
            </p:extLst>
          </p:nvPr>
        </p:nvGraphicFramePr>
        <p:xfrm>
          <a:off x="7742194" y="3124777"/>
          <a:ext cx="3101296" cy="3331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5324"/>
                <a:gridCol w="775324"/>
                <a:gridCol w="775324"/>
                <a:gridCol w="775324"/>
              </a:tblGrid>
              <a:tr h="294485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AS-IS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Cycle time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Code_CT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Test_CT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Mean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0.8012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0.3141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0.1876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SD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0.117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0.086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0.059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UCL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1.1518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0.5709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0.3643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LCL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0.4506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0.0573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294485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Target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Cycle time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Mean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0.72108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SD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294485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What if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Cycle time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Code_CT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Test_CT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Mean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0.72402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 anchor="b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SD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USL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1.47402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0.55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1.67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  <a:tr h="16319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LSL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-0.02598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 dirty="0">
                          <a:effectLst/>
                        </a:rPr>
                        <a:t>-1.33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8" marR="5728" marT="5728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80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6A71E-0ADA-888D-42A5-65E8ECE7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KPIs (Planned V/S Actual)</a:t>
            </a:r>
            <a:endParaRPr lang="en-IN" dirty="0"/>
          </a:p>
        </p:txBody>
      </p:sp>
      <p:sp>
        <p:nvSpPr>
          <p:cNvPr id="4" name="TextBox 15"/>
          <p:cNvSpPr txBox="1"/>
          <p:nvPr/>
        </p:nvSpPr>
        <p:spPr>
          <a:xfrm>
            <a:off x="1154954" y="2270125"/>
            <a:ext cx="1091340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our project we follow up for 3 KPIs: Productivity, Cycle Time, and DRE</a:t>
            </a:r>
          </a:p>
        </p:txBody>
      </p:sp>
      <p:sp>
        <p:nvSpPr>
          <p:cNvPr id="5" name="TextBox 16"/>
          <p:cNvSpPr txBox="1"/>
          <p:nvPr/>
        </p:nvSpPr>
        <p:spPr>
          <a:xfrm>
            <a:off x="5116680" y="6524625"/>
            <a:ext cx="190262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 smtClean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DRE</a:t>
            </a:r>
            <a:endParaRPr lang="en-US" sz="2199" b="1" dirty="0">
              <a:solidFill>
                <a:srgbClr val="5E2D5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12"/>
          <p:cNvSpPr txBox="1"/>
          <p:nvPr/>
        </p:nvSpPr>
        <p:spPr>
          <a:xfrm>
            <a:off x="861923" y="2810353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1</a:t>
            </a:r>
          </a:p>
        </p:txBody>
      </p:sp>
      <p:sp>
        <p:nvSpPr>
          <p:cNvPr id="7" name="TextBox 13"/>
          <p:cNvSpPr txBox="1"/>
          <p:nvPr/>
        </p:nvSpPr>
        <p:spPr>
          <a:xfrm>
            <a:off x="4931130" y="2810353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2</a:t>
            </a:r>
          </a:p>
        </p:txBody>
      </p:sp>
      <p:sp>
        <p:nvSpPr>
          <p:cNvPr id="8" name="TextBox 14"/>
          <p:cNvSpPr txBox="1"/>
          <p:nvPr/>
        </p:nvSpPr>
        <p:spPr>
          <a:xfrm>
            <a:off x="8395807" y="2810352"/>
            <a:ext cx="120906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5E2D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017839"/>
              </p:ext>
            </p:extLst>
          </p:nvPr>
        </p:nvGraphicFramePr>
        <p:xfrm>
          <a:off x="864685" y="3342751"/>
          <a:ext cx="2628900" cy="3077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4097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-0.307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0.7952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1.0952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773518"/>
              </p:ext>
            </p:extLst>
          </p:nvPr>
        </p:nvGraphicFramePr>
        <p:xfrm>
          <a:off x="4704697" y="3350581"/>
          <a:ext cx="2413000" cy="3077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1938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0.776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0.0723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1.1186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-0.0148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0.80996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1.10996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0.50996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-0.06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889367"/>
              </p:ext>
            </p:extLst>
          </p:nvPr>
        </p:nvGraphicFramePr>
        <p:xfrm>
          <a:off x="8244991" y="3293422"/>
          <a:ext cx="2438400" cy="3077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2192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0.1992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1.0368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0.5197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0.793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1.09348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0.49348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8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712311-E066-8746-4367-9C06E7AA5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&amp; Opportunity Log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D8C23F4-4386-5D85-0774-4CA95D87B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8" y="2179674"/>
            <a:ext cx="11557590" cy="4380614"/>
          </a:xfrm>
        </p:spPr>
        <p:txBody>
          <a:bodyPr>
            <a:normAutofit/>
          </a:bodyPr>
          <a:lstStyle/>
          <a:p>
            <a:r>
              <a:rPr lang="en-US" sz="1400" dirty="0" smtClean="0"/>
              <a:t>Link </a:t>
            </a:r>
            <a:r>
              <a:rPr lang="en-US" sz="1400" dirty="0"/>
              <a:t>the Risk and Opportunity log here for the </a:t>
            </a:r>
            <a:r>
              <a:rPr lang="en-US" sz="1400" dirty="0" smtClean="0"/>
              <a:t>project</a:t>
            </a:r>
            <a:endParaRPr lang="en-US" sz="1400" dirty="0"/>
          </a:p>
          <a:p>
            <a:r>
              <a:rPr lang="en-US" sz="1400" dirty="0"/>
              <a:t>S</a:t>
            </a:r>
            <a:r>
              <a:rPr lang="en-US" sz="1400" dirty="0" smtClean="0"/>
              <a:t>creen </a:t>
            </a:r>
            <a:r>
              <a:rPr lang="en-US" sz="1400" dirty="0"/>
              <a:t>reference of Risk </a:t>
            </a:r>
            <a:r>
              <a:rPr lang="en-US" sz="1400" dirty="0" smtClean="0"/>
              <a:t>log </a:t>
            </a:r>
            <a:r>
              <a:rPr lang="en-US" sz="1400" dirty="0"/>
              <a:t>and Sheet Link: https://172.18.200.175/svn/GIS_MAPIT/code/JalNigam/CMMI_L5_Documents/Risk Opportunity </a:t>
            </a:r>
            <a:r>
              <a:rPr lang="en-US" sz="1400" dirty="0" smtClean="0"/>
              <a:t>Management.</a:t>
            </a:r>
            <a:endParaRPr lang="en-IN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70" y="3030128"/>
            <a:ext cx="10598158" cy="3729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92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56857B-CB41-75C5-7855-39D20381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Analysis &amp; Resolution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6C7D1A5-8175-5514-DD1C-FD1F5F08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59" y="2261856"/>
            <a:ext cx="11395438" cy="3416300"/>
          </a:xfrm>
        </p:spPr>
        <p:txBody>
          <a:bodyPr/>
          <a:lstStyle/>
          <a:p>
            <a:r>
              <a:rPr lang="en-US" dirty="0" smtClean="0"/>
              <a:t>DAR </a:t>
            </a:r>
            <a:r>
              <a:rPr lang="en-US" dirty="0"/>
              <a:t>sheet for decisions taken in the projects based on the </a:t>
            </a:r>
            <a:r>
              <a:rPr lang="en-US" dirty="0" smtClean="0"/>
              <a:t>alternatives</a:t>
            </a:r>
            <a:endParaRPr lang="en-US" dirty="0"/>
          </a:p>
          <a:p>
            <a:r>
              <a:rPr lang="en-US" dirty="0" smtClean="0"/>
              <a:t>DAR </a:t>
            </a:r>
            <a:r>
              <a:rPr lang="en-US" dirty="0"/>
              <a:t>sheet </a:t>
            </a:r>
            <a:r>
              <a:rPr lang="en-US" dirty="0" smtClean="0"/>
              <a:t>Link </a:t>
            </a:r>
            <a:r>
              <a:rPr lang="en-US" dirty="0"/>
              <a:t>: https://172.18.200.175/svn/GIS_MAPIT/code/JalNigam/CMMI_L5_Documents/DAR Decision Analysis Resolution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27" y="3225619"/>
            <a:ext cx="9043516" cy="4305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08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F1B01B-B558-D16F-5286-2FDFB881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Analysis &amp; Resolution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4A3088-A968-0748-2922-3CD608E0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41758"/>
            <a:ext cx="11957538" cy="4440395"/>
          </a:xfrm>
        </p:spPr>
        <p:txBody>
          <a:bodyPr/>
          <a:lstStyle/>
          <a:p>
            <a:pPr lvl="1"/>
            <a:r>
              <a:rPr lang="en-US" dirty="0"/>
              <a:t>5 why Analysis for Deviation in the KPI Performance </a:t>
            </a:r>
          </a:p>
          <a:p>
            <a:pPr lvl="1"/>
            <a:r>
              <a:rPr lang="en-US" dirty="0" smtClean="0"/>
              <a:t>Major </a:t>
            </a:r>
            <a:r>
              <a:rPr lang="en-US" dirty="0"/>
              <a:t>Defects / Production Defects / Deviation in the </a:t>
            </a:r>
            <a:r>
              <a:rPr lang="en-US" dirty="0" smtClean="0"/>
              <a:t>Performance </a:t>
            </a:r>
            <a:r>
              <a:rPr lang="en-US" dirty="0"/>
              <a:t>:  https://172.18.200.175/svn/GIS_MAPIT/code/JalNigam/CMMI_L5_Documents/Casual Analysis Resolution</a:t>
            </a:r>
            <a:endParaRPr lang="en-IN" dirty="0"/>
          </a:p>
          <a:p>
            <a:pPr marL="201168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1" y="3594689"/>
            <a:ext cx="11760804" cy="2863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67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FE0F25-E241-16F9-0520-D07BB4DE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FAAD10-6949-4D7C-1BFC-2173BE650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523"/>
            <a:ext cx="11504428" cy="3416300"/>
          </a:xfrm>
        </p:spPr>
        <p:txBody>
          <a:bodyPr>
            <a:normAutofit/>
          </a:bodyPr>
          <a:lstStyle/>
          <a:p>
            <a:pPr lvl="1"/>
            <a:r>
              <a:rPr lang="en-US" sz="1400" dirty="0" smtClean="0"/>
              <a:t>Change </a:t>
            </a:r>
            <a:r>
              <a:rPr lang="en-US" sz="1400" dirty="0"/>
              <a:t>request Log , Impact analysis and further procedure for the implementation of the </a:t>
            </a:r>
            <a:r>
              <a:rPr lang="en-US" sz="1400" dirty="0" smtClean="0"/>
              <a:t>changes</a:t>
            </a:r>
          </a:p>
          <a:p>
            <a:pPr lvl="1"/>
            <a:r>
              <a:rPr lang="en-US" sz="1400" dirty="0" smtClean="0"/>
              <a:t>Change Request Screenshot and Sheet Link with </a:t>
            </a:r>
            <a:r>
              <a:rPr lang="en-US" sz="1400" dirty="0"/>
              <a:t>reference to the requirements: https://172.18.200.175/svn/GIS_MAPIT/code/JalNigam/CMMI_L5_Documents/Configuration Management</a:t>
            </a:r>
            <a:endParaRPr lang="en-US" sz="1400" dirty="0" smtClean="0"/>
          </a:p>
          <a:p>
            <a:pPr lvl="1"/>
            <a:endParaRPr lang="en-IN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71" y="3168205"/>
            <a:ext cx="10073026" cy="3530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99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211B4E-1132-8CCB-EBAF-9446AE1A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Status Accounting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D9AA35-1808-2E6A-017D-DB3675A1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10" y="2507807"/>
            <a:ext cx="9892274" cy="4137542"/>
          </a:xfrm>
        </p:spPr>
        <p:txBody>
          <a:bodyPr/>
          <a:lstStyle/>
          <a:p>
            <a:pPr lvl="1"/>
            <a:r>
              <a:rPr lang="en-US" dirty="0"/>
              <a:t>Access Management on Tool , document Repository </a:t>
            </a:r>
            <a:r>
              <a:rPr lang="en-US" dirty="0" smtClean="0"/>
              <a:t>are added into SVN.</a:t>
            </a:r>
            <a:endParaRPr lang="en-US" dirty="0"/>
          </a:p>
          <a:p>
            <a:pPr lvl="1"/>
            <a:r>
              <a:rPr lang="en-US" dirty="0"/>
              <a:t>Tool used </a:t>
            </a:r>
            <a:r>
              <a:rPr lang="en-US" dirty="0" smtClean="0"/>
              <a:t>: SVN paths for all documents  </a:t>
            </a:r>
            <a:r>
              <a:rPr lang="en-US" dirty="0"/>
              <a:t>and Sheet Link in SVN : https://172.18.200.175/svn/GIS_MAPIT/code/JalNigam/CMMI_L5_Documents/Configuration Management</a:t>
            </a:r>
          </a:p>
          <a:p>
            <a:pPr marL="201168" lvl="1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79" y="4090593"/>
            <a:ext cx="10533396" cy="2235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73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532E20-BA55-8BAC-EF2E-E5060285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Audit Report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3DF7C5-6A65-210B-4633-74D880AB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20" y="2232837"/>
            <a:ext cx="11685180" cy="3786963"/>
          </a:xfrm>
        </p:spPr>
        <p:txBody>
          <a:bodyPr/>
          <a:lstStyle/>
          <a:p>
            <a:pPr lvl="1"/>
            <a:r>
              <a:rPr lang="en-US" dirty="0" smtClean="0"/>
              <a:t>Internal </a:t>
            </a:r>
            <a:r>
              <a:rPr lang="en-US" dirty="0"/>
              <a:t>Audit Observation report with the closure of the </a:t>
            </a:r>
            <a:r>
              <a:rPr lang="en-US" dirty="0" smtClean="0"/>
              <a:t>findings.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en-US" dirty="0" smtClean="0"/>
              <a:t>nternal </a:t>
            </a:r>
            <a:r>
              <a:rPr lang="en-US" dirty="0"/>
              <a:t>Audit reports which has the NC’s and closure of the NC’s with all root cause , Corrective and preventive action for your </a:t>
            </a:r>
            <a:r>
              <a:rPr lang="en-US" dirty="0" smtClean="0"/>
              <a:t>project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62" y="3542967"/>
            <a:ext cx="11046245" cy="2347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9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FB413D-22DF-B451-DCA0-A34DFD33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Learnt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63346"/>
              </p:ext>
            </p:extLst>
          </p:nvPr>
        </p:nvGraphicFramePr>
        <p:xfrm>
          <a:off x="893135" y="3083442"/>
          <a:ext cx="9930809" cy="3271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1541"/>
                <a:gridCol w="2046883"/>
                <a:gridCol w="2468012"/>
                <a:gridCol w="2546361"/>
                <a:gridCol w="2468012"/>
              </a:tblGrid>
              <a:tr h="207162"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 dirty="0">
                          <a:effectLst/>
                        </a:rPr>
                        <a:t>S.N</a:t>
                      </a:r>
                      <a:endParaRPr lang="en-US" sz="700" b="0" i="0" u="none" strike="noStrike" dirty="0"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4320" marR="4320" marT="43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>
                          <a:effectLst/>
                        </a:rPr>
                        <a:t>Project - Phases / Release </a:t>
                      </a:r>
                      <a:endParaRPr lang="en-US" sz="700" b="0" i="0" u="none" strike="noStrike"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4320" marR="4320" marT="43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>
                          <a:effectLst/>
                        </a:rPr>
                        <a:t>What Went Right?</a:t>
                      </a:r>
                      <a:endParaRPr lang="en-US" sz="700" b="0" i="0" u="none" strike="noStrike"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4320" marR="4320" marT="43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>
                          <a:effectLst/>
                        </a:rPr>
                        <a:t>What Went Wrong</a:t>
                      </a:r>
                      <a:endParaRPr lang="en-US" sz="700" b="0" i="0" u="none" strike="noStrike"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4320" marR="4320" marT="43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>
                          <a:effectLst/>
                        </a:rPr>
                        <a:t>Lessons Learned</a:t>
                      </a:r>
                      <a:endParaRPr lang="en-US" sz="700" b="0" i="0" u="none" strike="noStrike"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4320" marR="4320" marT="4320" marB="0"/>
                </a:tc>
              </a:tr>
              <a:tr h="1664675"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Jal Rekha Project Web – 2025</a:t>
                      </a:r>
                      <a:endParaRPr lang="en-US" sz="7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• Successful implementation of GIS-based data visualization for schemes, pipelines, OHT, WTP, and assets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Transparent dashboards and role-based access improved monitoring for GM, PIU, and Contractors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Design </a:t>
                      </a:r>
                      <a:r>
                        <a:rPr lang="en-US" sz="700" u="none" strike="noStrike" dirty="0" err="1">
                          <a:effectLst/>
                        </a:rPr>
                        <a:t>vs</a:t>
                      </a:r>
                      <a:r>
                        <a:rPr lang="en-US" sz="700" u="none" strike="noStrike" dirty="0">
                          <a:effectLst/>
                        </a:rPr>
                        <a:t> Actual comparison feature improved quality control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</a:t>
                      </a:r>
                      <a:r>
                        <a:rPr lang="en-US" sz="700" u="none" strike="noStrike" dirty="0" err="1">
                          <a:effectLst/>
                        </a:rPr>
                        <a:t>Dhara</a:t>
                      </a:r>
                      <a:r>
                        <a:rPr lang="en-US" sz="700" u="none" strike="noStrike" dirty="0">
                          <a:effectLst/>
                        </a:rPr>
                        <a:t> &amp; </a:t>
                      </a:r>
                      <a:r>
                        <a:rPr lang="en-US" sz="700" u="none" strike="noStrike" dirty="0" err="1">
                          <a:effectLst/>
                        </a:rPr>
                        <a:t>Nirmal</a:t>
                      </a:r>
                      <a:r>
                        <a:rPr lang="en-US" sz="700" u="none" strike="noStrike" dirty="0">
                          <a:effectLst/>
                        </a:rPr>
                        <a:t> modules enabled effective water quantity and quality monitoring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Factory testing and inspection reports streamlined GM approvals</a:t>
                      </a:r>
                      <a:endParaRPr lang="en-US" sz="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• Requirements were not fully frozen initially, leading to frequent change requests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GIS data handling and visualization workflows required multiple iterations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Dependency on external systems (e-Nagar </a:t>
                      </a:r>
                      <a:r>
                        <a:rPr lang="en-US" sz="700" u="none" strike="noStrike" dirty="0" err="1">
                          <a:effectLst/>
                        </a:rPr>
                        <a:t>Palika</a:t>
                      </a:r>
                      <a:r>
                        <a:rPr lang="en-US" sz="700" u="none" strike="noStrike" dirty="0">
                          <a:effectLst/>
                        </a:rPr>
                        <a:t>, master data) caused delays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Performance tuning was required for complex GIS queries and reports</a:t>
                      </a:r>
                      <a:endParaRPr lang="en-US" sz="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• Requirement finalization workshops are essential before development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GIS-heavy modules need early prototyping and stakeholder validation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External dependency risks must be identified during planning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Early performance benchmarking avoids late-stage optimizations</a:t>
                      </a:r>
                      <a:endParaRPr lang="en-US" sz="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</a:tr>
              <a:tr h="1399743"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Jal Rekha Project Mobile – 2025</a:t>
                      </a:r>
                      <a:endParaRPr lang="en-US" sz="7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• Offline/online data capture worked effectively for asset mapping and inspections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Geo-tagged photos and GPS-based validations improved data authenticity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Mobile traverse functionality enabled accurate field mapping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Real-time sync after connectivity restoration reduced data loss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 • Standardized inspection formats improved data consistency</a:t>
                      </a:r>
                      <a:endParaRPr lang="en-US" sz="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• Initial lack of GIS concept understanding within mobile team increased defects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Offline sync conflicts occurred during high-volume data entry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Frequent change requests during UAT increased regression cycles 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• Field conditions (network, device constraints) impacted usability</a:t>
                      </a:r>
                      <a:endParaRPr lang="en-US" sz="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• Mobile teams need early GIS and domain training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Offline-first design must include robust conflict resolution mechanisms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Change requests during UAT significantly impact timelines </a:t>
                      </a:r>
                      <a:br>
                        <a:rPr lang="en-US" sz="700" u="none" strike="noStrike" dirty="0">
                          <a:effectLst/>
                        </a:rPr>
                      </a:br>
                      <a:r>
                        <a:rPr lang="en-US" sz="700" u="none" strike="noStrike" dirty="0">
                          <a:effectLst/>
                        </a:rPr>
                        <a:t>• Field usability testing is critical before statewide rollout</a:t>
                      </a:r>
                      <a:endParaRPr lang="en-US" sz="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0" marR="4320" marT="4320" marB="0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47331" y="23721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dirty="0" err="1" smtClean="0"/>
              <a:t>Leason</a:t>
            </a:r>
            <a:r>
              <a:rPr lang="en-US" dirty="0" smtClean="0"/>
              <a:t> Learnt for </a:t>
            </a:r>
            <a:r>
              <a:rPr lang="en-US" dirty="0" err="1" smtClean="0"/>
              <a:t>Jal</a:t>
            </a:r>
            <a:r>
              <a:rPr lang="en-US" dirty="0" smtClean="0"/>
              <a:t> </a:t>
            </a:r>
            <a:r>
              <a:rPr lang="en-US" dirty="0" err="1" smtClean="0"/>
              <a:t>Rekha</a:t>
            </a:r>
            <a:r>
              <a:rPr lang="en-US" dirty="0" smtClean="0"/>
              <a:t> Project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00" y="0"/>
            <a:ext cx="1008375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71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1902</TotalTime>
  <Words>1558</Words>
  <Application>Microsoft Office PowerPoint</Application>
  <PresentationFormat>Widescreen</PresentationFormat>
  <Paragraphs>552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Century Gothic</vt:lpstr>
      <vt:lpstr>Gill Sans MT</vt:lpstr>
      <vt:lpstr>Montserrat</vt:lpstr>
      <vt:lpstr>Montserrat Bold</vt:lpstr>
      <vt:lpstr>Wingdings</vt:lpstr>
      <vt:lpstr>Wingdings 3</vt:lpstr>
      <vt:lpstr>Ion Boardroom</vt:lpstr>
      <vt:lpstr>Jal Rekha  </vt:lpstr>
      <vt:lpstr>Introduction</vt:lpstr>
      <vt:lpstr>Team Structure </vt:lpstr>
      <vt:lpstr>Awards Acclodes</vt:lpstr>
      <vt:lpstr>Requirements </vt:lpstr>
      <vt:lpstr>Estimation</vt:lpstr>
      <vt:lpstr>Planning / WBS </vt:lpstr>
      <vt:lpstr>Design Documents / Impact analysis </vt:lpstr>
      <vt:lpstr>Review Log / Defect Tracker  </vt:lpstr>
      <vt:lpstr>Test cases &amp; Results </vt:lpstr>
      <vt:lpstr>Project Monitoring &amp; Control</vt:lpstr>
      <vt:lpstr>KPIs (Planned V/S Actual)</vt:lpstr>
      <vt:lpstr>KPIs (Planned V/S Actual)</vt:lpstr>
      <vt:lpstr>KPIs (Planned V/S Actual)</vt:lpstr>
      <vt:lpstr>Risk &amp; Opportunity Log </vt:lpstr>
      <vt:lpstr>Decision Analysis &amp; Resolution</vt:lpstr>
      <vt:lpstr>Causal Analysis &amp; Resolution </vt:lpstr>
      <vt:lpstr>Change Management</vt:lpstr>
      <vt:lpstr>Configuration Status Accounting </vt:lpstr>
      <vt:lpstr>Internal Audit Report </vt:lpstr>
      <vt:lpstr>Lessons Learnt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-1</dc:title>
  <dc:creator>Prakash Rajak</dc:creator>
  <cp:lastModifiedBy>Microsoft account</cp:lastModifiedBy>
  <cp:revision>72</cp:revision>
  <dcterms:created xsi:type="dcterms:W3CDTF">2024-04-27T15:35:29Z</dcterms:created>
  <dcterms:modified xsi:type="dcterms:W3CDTF">2026-02-25T04:37:52Z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