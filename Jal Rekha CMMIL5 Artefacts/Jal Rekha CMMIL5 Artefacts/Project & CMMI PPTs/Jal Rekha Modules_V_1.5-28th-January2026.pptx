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2147376697" r:id="rId3"/>
    <p:sldId id="2147376824" r:id="rId4"/>
    <p:sldId id="2147376733" r:id="rId5"/>
    <p:sldId id="2147376640" r:id="rId6"/>
    <p:sldId id="2147376898" r:id="rId7"/>
    <p:sldId id="2147376900" r:id="rId8"/>
    <p:sldId id="2147376902" r:id="rId9"/>
    <p:sldId id="2147376904" r:id="rId10"/>
    <p:sldId id="2147376913" r:id="rId11"/>
    <p:sldId id="2147376914" r:id="rId12"/>
    <p:sldId id="2147376915" r:id="rId13"/>
    <p:sldId id="2147376905" r:id="rId14"/>
    <p:sldId id="2147376903" r:id="rId15"/>
    <p:sldId id="2147376906" r:id="rId16"/>
    <p:sldId id="2147376907" r:id="rId17"/>
    <p:sldId id="2147376908" r:id="rId18"/>
    <p:sldId id="2147376909" r:id="rId19"/>
    <p:sldId id="2147376910" r:id="rId20"/>
    <p:sldId id="2147376912" r:id="rId21"/>
  </p:sldIdLst>
  <p:sldSz cx="12192000" cy="6858000"/>
  <p:notesSz cx="7102475"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2569A8B-53AB-46EC-A6BC-B65F5F0A1985}">
          <p14:sldIdLst>
            <p14:sldId id="2147376697"/>
          </p14:sldIdLst>
        </p14:section>
        <p14:section name="Digital Project Monitoring Initiatives" id="{11CC83F8-5B9C-4A68-B125-7DB649F0F8FF}">
          <p14:sldIdLst>
            <p14:sldId id="2147376824"/>
            <p14:sldId id="2147376733"/>
            <p14:sldId id="2147376640"/>
            <p14:sldId id="2147376898"/>
            <p14:sldId id="2147376900"/>
            <p14:sldId id="2147376902"/>
            <p14:sldId id="2147376904"/>
            <p14:sldId id="2147376913"/>
            <p14:sldId id="2147376914"/>
            <p14:sldId id="2147376915"/>
            <p14:sldId id="2147376905"/>
            <p14:sldId id="2147376903"/>
            <p14:sldId id="2147376906"/>
            <p14:sldId id="2147376907"/>
            <p14:sldId id="2147376908"/>
            <p14:sldId id="2147376909"/>
            <p14:sldId id="2147376910"/>
            <p14:sldId id="214737691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1FE"/>
    <a:srgbClr val="DAE3F3"/>
    <a:srgbClr val="FFFFFF"/>
    <a:srgbClr val="FFFFCC"/>
    <a:srgbClr val="FFE699"/>
    <a:srgbClr val="DBDBDB"/>
    <a:srgbClr val="FFFF00"/>
    <a:srgbClr val="C5E0B4"/>
    <a:srgbClr val="BDD7EE"/>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C4D577-24F8-4B3D-BECB-00124DE607DF}" v="132" dt="2025-10-03T12:37:41.319"/>
  </p1510:revLst>
</p1510:revInfo>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snapToGrid="0">
      <p:cViewPr varScale="1">
        <p:scale>
          <a:sx n="65" d="100"/>
          <a:sy n="65" d="100"/>
        </p:scale>
        <p:origin x="692" y="2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10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10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wani Mishra" userId="15d57bc9-d3a4-4ee8-885b-38ce2f0c857c" providerId="ADAL" clId="{C3E1C359-A418-4345-B34A-9CEEBE2EEB62}"/>
    <pc:docChg chg="modSld">
      <pc:chgData name="Ashwani Mishra" userId="15d57bc9-d3a4-4ee8-885b-38ce2f0c857c" providerId="ADAL" clId="{C3E1C359-A418-4345-B34A-9CEEBE2EEB62}" dt="2024-04-05T11:07:22.079" v="76" actId="20577"/>
      <pc:docMkLst>
        <pc:docMk/>
      </pc:docMkLst>
      <pc:sldChg chg="modSp mod">
        <pc:chgData name="Ashwani Mishra" userId="15d57bc9-d3a4-4ee8-885b-38ce2f0c857c" providerId="ADAL" clId="{C3E1C359-A418-4345-B34A-9CEEBE2EEB62}" dt="2024-04-05T11:07:22.079" v="76" actId="20577"/>
        <pc:sldMkLst>
          <pc:docMk/>
          <pc:sldMk cId="1563699850" sldId="2147376144"/>
        </pc:sldMkLst>
      </pc:sldChg>
    </pc:docChg>
  </pc:docChgLst>
  <pc:docChgLst>
    <pc:chgData name="Vasant K Tiwari" userId="94ab7f94-4dc6-474c-9a49-34f940ad4691" providerId="ADAL" clId="{85CF1AAB-2AF0-437E-933A-F839AA0255E9}"/>
    <pc:docChg chg="undo custSel modSld">
      <pc:chgData name="Vasant K Tiwari" userId="94ab7f94-4dc6-474c-9a49-34f940ad4691" providerId="ADAL" clId="{85CF1AAB-2AF0-437E-933A-F839AA0255E9}" dt="2024-06-28T08:19:58.179" v="6" actId="20577"/>
      <pc:docMkLst>
        <pc:docMk/>
      </pc:docMkLst>
      <pc:sldChg chg="modSp mod">
        <pc:chgData name="Vasant K Tiwari" userId="94ab7f94-4dc6-474c-9a49-34f940ad4691" providerId="ADAL" clId="{85CF1AAB-2AF0-437E-933A-F839AA0255E9}" dt="2024-06-28T08:19:58.179" v="6" actId="20577"/>
        <pc:sldMkLst>
          <pc:docMk/>
          <pc:sldMk cId="1500137299" sldId="2147376156"/>
        </pc:sldMkLst>
      </pc:sldChg>
    </pc:docChg>
  </pc:docChgLst>
  <pc:docChgLst>
    <pc:chgData name="Ashwani Mishra" userId="15d57bc9-d3a4-4ee8-885b-38ce2f0c857c" providerId="ADAL" clId="{57C1E563-1B41-4DEE-B693-669A118EF6F3}"/>
    <pc:docChg chg="undo redo custSel addSld delSld modSld sldOrd modNotesMaster">
      <pc:chgData name="Ashwani Mishra" userId="15d57bc9-d3a4-4ee8-885b-38ce2f0c857c" providerId="ADAL" clId="{57C1E563-1B41-4DEE-B693-669A118EF6F3}" dt="2025-03-05T08:20:04.308" v="867" actId="20577"/>
      <pc:docMkLst>
        <pc:docMk/>
      </pc:docMkLst>
      <pc:sldChg chg="modNotes">
        <pc:chgData name="Ashwani Mishra" userId="15d57bc9-d3a4-4ee8-885b-38ce2f0c857c" providerId="ADAL" clId="{57C1E563-1B41-4DEE-B693-669A118EF6F3}" dt="2025-03-05T07:17:59.180" v="817"/>
        <pc:sldMkLst>
          <pc:docMk/>
          <pc:sldMk cId="2700264757" sldId="358"/>
        </pc:sldMkLst>
      </pc:sldChg>
      <pc:sldChg chg="modNotes">
        <pc:chgData name="Ashwani Mishra" userId="15d57bc9-d3a4-4ee8-885b-38ce2f0c857c" providerId="ADAL" clId="{57C1E563-1B41-4DEE-B693-669A118EF6F3}" dt="2025-03-05T07:17:59.180" v="817"/>
        <pc:sldMkLst>
          <pc:docMk/>
          <pc:sldMk cId="4095797323" sldId="6031"/>
        </pc:sldMkLst>
      </pc:sldChg>
      <pc:sldChg chg="modNotes">
        <pc:chgData name="Ashwani Mishra" userId="15d57bc9-d3a4-4ee8-885b-38ce2f0c857c" providerId="ADAL" clId="{57C1E563-1B41-4DEE-B693-669A118EF6F3}" dt="2025-03-05T07:17:59.180" v="817"/>
        <pc:sldMkLst>
          <pc:docMk/>
          <pc:sldMk cId="2960193944" sldId="6032"/>
        </pc:sldMkLst>
      </pc:sldChg>
      <pc:sldChg chg="modNotes">
        <pc:chgData name="Ashwani Mishra" userId="15d57bc9-d3a4-4ee8-885b-38ce2f0c857c" providerId="ADAL" clId="{57C1E563-1B41-4DEE-B693-669A118EF6F3}" dt="2025-03-05T07:17:59.180" v="817"/>
        <pc:sldMkLst>
          <pc:docMk/>
          <pc:sldMk cId="3762988662" sldId="6033"/>
        </pc:sldMkLst>
      </pc:sldChg>
      <pc:sldChg chg="modSp mod ord">
        <pc:chgData name="Ashwani Mishra" userId="15d57bc9-d3a4-4ee8-885b-38ce2f0c857c" providerId="ADAL" clId="{57C1E563-1B41-4DEE-B693-669A118EF6F3}" dt="2025-03-05T06:03:43.133" v="656"/>
        <pc:sldMkLst>
          <pc:docMk/>
          <pc:sldMk cId="799634694" sldId="2145708978"/>
        </pc:sldMkLst>
      </pc:sldChg>
      <pc:sldChg chg="modSp mod">
        <pc:chgData name="Ashwani Mishra" userId="15d57bc9-d3a4-4ee8-885b-38ce2f0c857c" providerId="ADAL" clId="{57C1E563-1B41-4DEE-B693-669A118EF6F3}" dt="2025-03-05T07:22:31.018" v="819" actId="20577"/>
        <pc:sldMkLst>
          <pc:docMk/>
          <pc:sldMk cId="2915413342" sldId="2145709040"/>
        </pc:sldMkLst>
      </pc:sldChg>
      <pc:sldChg chg="modSp mod">
        <pc:chgData name="Ashwani Mishra" userId="15d57bc9-d3a4-4ee8-885b-38ce2f0c857c" providerId="ADAL" clId="{57C1E563-1B41-4DEE-B693-669A118EF6F3}" dt="2025-03-05T08:20:04.308" v="867" actId="20577"/>
        <pc:sldMkLst>
          <pc:docMk/>
          <pc:sldMk cId="4283047361" sldId="2145709053"/>
        </pc:sldMkLst>
      </pc:sldChg>
      <pc:sldChg chg="modSp mod">
        <pc:chgData name="Ashwani Mishra" userId="15d57bc9-d3a4-4ee8-885b-38ce2f0c857c" providerId="ADAL" clId="{57C1E563-1B41-4DEE-B693-669A118EF6F3}" dt="2025-03-05T05:45:50.485" v="509"/>
        <pc:sldMkLst>
          <pc:docMk/>
          <pc:sldMk cId="1799826521" sldId="2145709055"/>
        </pc:sldMkLst>
      </pc:sldChg>
      <pc:sldChg chg="addSp delSp modSp mod">
        <pc:chgData name="Ashwani Mishra" userId="15d57bc9-d3a4-4ee8-885b-38ce2f0c857c" providerId="ADAL" clId="{57C1E563-1B41-4DEE-B693-669A118EF6F3}" dt="2025-03-05T05:45:58.334" v="511"/>
        <pc:sldMkLst>
          <pc:docMk/>
          <pc:sldMk cId="3925078302" sldId="2145709056"/>
        </pc:sldMkLst>
      </pc:sldChg>
      <pc:sldChg chg="addSp delSp modSp mod">
        <pc:chgData name="Ashwani Mishra" userId="15d57bc9-d3a4-4ee8-885b-38ce2f0c857c" providerId="ADAL" clId="{57C1E563-1B41-4DEE-B693-669A118EF6F3}" dt="2025-03-05T05:46:03.601" v="513"/>
        <pc:sldMkLst>
          <pc:docMk/>
          <pc:sldMk cId="2557009241" sldId="2145709057"/>
        </pc:sldMkLst>
      </pc:sldChg>
      <pc:sldChg chg="modSp mod">
        <pc:chgData name="Ashwani Mishra" userId="15d57bc9-d3a4-4ee8-885b-38ce2f0c857c" providerId="ADAL" clId="{57C1E563-1B41-4DEE-B693-669A118EF6F3}" dt="2025-03-05T05:57:14.147" v="622"/>
        <pc:sldMkLst>
          <pc:docMk/>
          <pc:sldMk cId="730183974" sldId="2145709066"/>
        </pc:sldMkLst>
      </pc:sldChg>
      <pc:sldChg chg="modSp mod ord">
        <pc:chgData name="Ashwani Mishra" userId="15d57bc9-d3a4-4ee8-885b-38ce2f0c857c" providerId="ADAL" clId="{57C1E563-1B41-4DEE-B693-669A118EF6F3}" dt="2025-03-05T05:48:55.686" v="546" actId="108"/>
        <pc:sldMkLst>
          <pc:docMk/>
          <pc:sldMk cId="545096286" sldId="2145709171"/>
        </pc:sldMkLst>
      </pc:sldChg>
      <pc:sldChg chg="ord">
        <pc:chgData name="Ashwani Mishra" userId="15d57bc9-d3a4-4ee8-885b-38ce2f0c857c" providerId="ADAL" clId="{57C1E563-1B41-4DEE-B693-669A118EF6F3}" dt="2025-03-05T05:32:28.135" v="462"/>
        <pc:sldMkLst>
          <pc:docMk/>
          <pc:sldMk cId="2719157650" sldId="2145709215"/>
        </pc:sldMkLst>
      </pc:sldChg>
      <pc:sldChg chg="modNotes">
        <pc:chgData name="Ashwani Mishra" userId="15d57bc9-d3a4-4ee8-885b-38ce2f0c857c" providerId="ADAL" clId="{57C1E563-1B41-4DEE-B693-669A118EF6F3}" dt="2025-03-05T07:17:59.180" v="817"/>
        <pc:sldMkLst>
          <pc:docMk/>
          <pc:sldMk cId="2882579402" sldId="2145709222"/>
        </pc:sldMkLst>
      </pc:sldChg>
      <pc:sldChg chg="add">
        <pc:chgData name="Ashwani Mishra" userId="15d57bc9-d3a4-4ee8-885b-38ce2f0c857c" providerId="ADAL" clId="{57C1E563-1B41-4DEE-B693-669A118EF6F3}" dt="2025-03-05T05:26:47.790" v="458"/>
        <pc:sldMkLst>
          <pc:docMk/>
          <pc:sldMk cId="938535941" sldId="2145709223"/>
        </pc:sldMkLst>
      </pc:sldChg>
      <pc:sldChg chg="del">
        <pc:chgData name="Ashwani Mishra" userId="15d57bc9-d3a4-4ee8-885b-38ce2f0c857c" providerId="ADAL" clId="{57C1E563-1B41-4DEE-B693-669A118EF6F3}" dt="2025-03-05T05:26:42.185" v="457" actId="2696"/>
        <pc:sldMkLst>
          <pc:docMk/>
          <pc:sldMk cId="4219571640" sldId="2145709223"/>
        </pc:sldMkLst>
      </pc:sldChg>
      <pc:sldChg chg="modNotes">
        <pc:chgData name="Ashwani Mishra" userId="15d57bc9-d3a4-4ee8-885b-38ce2f0c857c" providerId="ADAL" clId="{57C1E563-1B41-4DEE-B693-669A118EF6F3}" dt="2025-03-05T07:17:59.180" v="817"/>
        <pc:sldMkLst>
          <pc:docMk/>
          <pc:sldMk cId="2993260989" sldId="2145709224"/>
        </pc:sldMkLst>
      </pc:sldChg>
      <pc:sldChg chg="modNotes">
        <pc:chgData name="Ashwani Mishra" userId="15d57bc9-d3a4-4ee8-885b-38ce2f0c857c" providerId="ADAL" clId="{57C1E563-1B41-4DEE-B693-669A118EF6F3}" dt="2025-03-05T07:17:59.180" v="817"/>
        <pc:sldMkLst>
          <pc:docMk/>
          <pc:sldMk cId="3660305007" sldId="2145709229"/>
        </pc:sldMkLst>
      </pc:sldChg>
      <pc:sldChg chg="modNotes">
        <pc:chgData name="Ashwani Mishra" userId="15d57bc9-d3a4-4ee8-885b-38ce2f0c857c" providerId="ADAL" clId="{57C1E563-1B41-4DEE-B693-669A118EF6F3}" dt="2025-03-05T07:17:59.180" v="817"/>
        <pc:sldMkLst>
          <pc:docMk/>
          <pc:sldMk cId="1650825569" sldId="2145709230"/>
        </pc:sldMkLst>
      </pc:sldChg>
      <pc:sldChg chg="modNotes">
        <pc:chgData name="Ashwani Mishra" userId="15d57bc9-d3a4-4ee8-885b-38ce2f0c857c" providerId="ADAL" clId="{57C1E563-1B41-4DEE-B693-669A118EF6F3}" dt="2025-03-05T07:17:59.180" v="817"/>
        <pc:sldMkLst>
          <pc:docMk/>
          <pc:sldMk cId="2106846554" sldId="2145709232"/>
        </pc:sldMkLst>
      </pc:sldChg>
      <pc:sldChg chg="modNotes">
        <pc:chgData name="Ashwani Mishra" userId="15d57bc9-d3a4-4ee8-885b-38ce2f0c857c" providerId="ADAL" clId="{57C1E563-1B41-4DEE-B693-669A118EF6F3}" dt="2025-03-05T07:17:59.180" v="817"/>
        <pc:sldMkLst>
          <pc:docMk/>
          <pc:sldMk cId="2912954689" sldId="2145709236"/>
        </pc:sldMkLst>
      </pc:sldChg>
      <pc:sldChg chg="modNotes">
        <pc:chgData name="Ashwani Mishra" userId="15d57bc9-d3a4-4ee8-885b-38ce2f0c857c" providerId="ADAL" clId="{57C1E563-1B41-4DEE-B693-669A118EF6F3}" dt="2025-03-05T07:17:59.180" v="817"/>
        <pc:sldMkLst>
          <pc:docMk/>
          <pc:sldMk cId="3951430112" sldId="2145709237"/>
        </pc:sldMkLst>
      </pc:sldChg>
      <pc:sldChg chg="modNotes">
        <pc:chgData name="Ashwani Mishra" userId="15d57bc9-d3a4-4ee8-885b-38ce2f0c857c" providerId="ADAL" clId="{57C1E563-1B41-4DEE-B693-669A118EF6F3}" dt="2025-03-05T07:17:59.180" v="817"/>
        <pc:sldMkLst>
          <pc:docMk/>
          <pc:sldMk cId="3197901299" sldId="2145709238"/>
        </pc:sldMkLst>
      </pc:sldChg>
      <pc:sldChg chg="modNotes">
        <pc:chgData name="Ashwani Mishra" userId="15d57bc9-d3a4-4ee8-885b-38ce2f0c857c" providerId="ADAL" clId="{57C1E563-1B41-4DEE-B693-669A118EF6F3}" dt="2025-03-05T07:17:59.180" v="817"/>
        <pc:sldMkLst>
          <pc:docMk/>
          <pc:sldMk cId="1896298845" sldId="2147376142"/>
        </pc:sldMkLst>
      </pc:sldChg>
      <pc:sldChg chg="modNotes">
        <pc:chgData name="Ashwani Mishra" userId="15d57bc9-d3a4-4ee8-885b-38ce2f0c857c" providerId="ADAL" clId="{57C1E563-1B41-4DEE-B693-669A118EF6F3}" dt="2025-03-05T07:17:59.180" v="817"/>
        <pc:sldMkLst>
          <pc:docMk/>
          <pc:sldMk cId="1949651568" sldId="2147376143"/>
        </pc:sldMkLst>
      </pc:sldChg>
      <pc:sldChg chg="del">
        <pc:chgData name="Ashwani Mishra" userId="15d57bc9-d3a4-4ee8-885b-38ce2f0c857c" providerId="ADAL" clId="{57C1E563-1B41-4DEE-B693-669A118EF6F3}" dt="2025-01-12T13:46:40.040" v="234" actId="47"/>
        <pc:sldMkLst>
          <pc:docMk/>
          <pc:sldMk cId="1563699850" sldId="2147376144"/>
        </pc:sldMkLst>
      </pc:sldChg>
      <pc:sldChg chg="modNotes">
        <pc:chgData name="Ashwani Mishra" userId="15d57bc9-d3a4-4ee8-885b-38ce2f0c857c" providerId="ADAL" clId="{57C1E563-1B41-4DEE-B693-669A118EF6F3}" dt="2025-03-05T07:17:59.180" v="817"/>
        <pc:sldMkLst>
          <pc:docMk/>
          <pc:sldMk cId="2347247811" sldId="2147376146"/>
        </pc:sldMkLst>
      </pc:sldChg>
      <pc:sldChg chg="modSp mod">
        <pc:chgData name="Ashwani Mishra" userId="15d57bc9-d3a4-4ee8-885b-38ce2f0c857c" providerId="ADAL" clId="{57C1E563-1B41-4DEE-B693-669A118EF6F3}" dt="2025-03-05T05:46:13.757" v="517" actId="6549"/>
        <pc:sldMkLst>
          <pc:docMk/>
          <pc:sldMk cId="3709877784" sldId="2147376147"/>
        </pc:sldMkLst>
      </pc:sldChg>
      <pc:sldChg chg="addSp delSp modSp mod">
        <pc:chgData name="Ashwani Mishra" userId="15d57bc9-d3a4-4ee8-885b-38ce2f0c857c" providerId="ADAL" clId="{57C1E563-1B41-4DEE-B693-669A118EF6F3}" dt="2025-03-05T08:05:21.175" v="848" actId="3626"/>
        <pc:sldMkLst>
          <pc:docMk/>
          <pc:sldMk cId="1500137299" sldId="2147376156"/>
        </pc:sldMkLst>
      </pc:sldChg>
      <pc:sldChg chg="modSp mod">
        <pc:chgData name="Ashwani Mishra" userId="15d57bc9-d3a4-4ee8-885b-38ce2f0c857c" providerId="ADAL" clId="{57C1E563-1B41-4DEE-B693-669A118EF6F3}" dt="2025-03-05T07:17:02.577" v="816" actId="20577"/>
        <pc:sldMkLst>
          <pc:docMk/>
          <pc:sldMk cId="433682352" sldId="2147376160"/>
        </pc:sldMkLst>
      </pc:sldChg>
      <pc:sldChg chg="add del">
        <pc:chgData name="Ashwani Mishra" userId="15d57bc9-d3a4-4ee8-885b-38ce2f0c857c" providerId="ADAL" clId="{57C1E563-1B41-4DEE-B693-669A118EF6F3}" dt="2025-03-05T05:26:42.185" v="457" actId="2696"/>
        <pc:sldMkLst>
          <pc:docMk/>
          <pc:sldMk cId="802019646" sldId="2147376161"/>
        </pc:sldMkLst>
      </pc:sldChg>
      <pc:sldChg chg="add">
        <pc:chgData name="Ashwani Mishra" userId="15d57bc9-d3a4-4ee8-885b-38ce2f0c857c" providerId="ADAL" clId="{57C1E563-1B41-4DEE-B693-669A118EF6F3}" dt="2025-03-05T05:26:47.790" v="458"/>
        <pc:sldMkLst>
          <pc:docMk/>
          <pc:sldMk cId="2032984443" sldId="2147376161"/>
        </pc:sldMkLst>
      </pc:sldChg>
      <pc:sldChg chg="del">
        <pc:chgData name="Ashwani Mishra" userId="15d57bc9-d3a4-4ee8-885b-38ce2f0c857c" providerId="ADAL" clId="{57C1E563-1B41-4DEE-B693-669A118EF6F3}" dt="2025-03-05T05:26:42.185" v="457" actId="2696"/>
        <pc:sldMkLst>
          <pc:docMk/>
          <pc:sldMk cId="3425562321" sldId="2147376162"/>
        </pc:sldMkLst>
      </pc:sldChg>
      <pc:sldChg chg="add">
        <pc:chgData name="Ashwani Mishra" userId="15d57bc9-d3a4-4ee8-885b-38ce2f0c857c" providerId="ADAL" clId="{57C1E563-1B41-4DEE-B693-669A118EF6F3}" dt="2025-03-05T05:26:47.790" v="458"/>
        <pc:sldMkLst>
          <pc:docMk/>
          <pc:sldMk cId="3763892721" sldId="2147376162"/>
        </pc:sldMkLst>
      </pc:sldChg>
      <pc:sldChg chg="add">
        <pc:chgData name="Ashwani Mishra" userId="15d57bc9-d3a4-4ee8-885b-38ce2f0c857c" providerId="ADAL" clId="{57C1E563-1B41-4DEE-B693-669A118EF6F3}" dt="2025-03-05T07:14:19.586" v="779"/>
        <pc:sldMkLst>
          <pc:docMk/>
          <pc:sldMk cId="1971803690" sldId="2147376478"/>
        </pc:sldMkLst>
      </pc:sldChg>
      <pc:sldChg chg="modSp add del mod">
        <pc:chgData name="Ashwani Mishra" userId="15d57bc9-d3a4-4ee8-885b-38ce2f0c857c" providerId="ADAL" clId="{57C1E563-1B41-4DEE-B693-669A118EF6F3}" dt="2025-03-05T07:14:16.604" v="778" actId="2696"/>
        <pc:sldMkLst>
          <pc:docMk/>
          <pc:sldMk cId="4225733153" sldId="2147376478"/>
        </pc:sldMkLst>
      </pc:sldChg>
      <pc:sldChg chg="modSp add mod">
        <pc:chgData name="Ashwani Mishra" userId="15d57bc9-d3a4-4ee8-885b-38ce2f0c857c" providerId="ADAL" clId="{57C1E563-1B41-4DEE-B693-669A118EF6F3}" dt="2025-03-05T07:28:29.279" v="847" actId="6549"/>
        <pc:sldMkLst>
          <pc:docMk/>
          <pc:sldMk cId="3576340285" sldId="2147376479"/>
        </pc:sldMkLst>
      </pc:sldChg>
    </pc:docChg>
  </pc:docChgLst>
  <pc:docChgLst>
    <pc:chgData name="Ashwani Mishra" userId="15d57bc9-d3a4-4ee8-885b-38ce2f0c857c" providerId="ADAL" clId="{E233A9CB-F475-48B6-8302-7D6BEB5FC930}"/>
    <pc:docChg chg="undo custSel delSld modSld">
      <pc:chgData name="Ashwani Mishra" userId="15d57bc9-d3a4-4ee8-885b-38ce2f0c857c" providerId="ADAL" clId="{E233A9CB-F475-48B6-8302-7D6BEB5FC930}" dt="2024-04-16T10:17:26.241" v="392" actId="20577"/>
      <pc:docMkLst>
        <pc:docMk/>
      </pc:docMkLst>
      <pc:sldChg chg="del">
        <pc:chgData name="Ashwani Mishra" userId="15d57bc9-d3a4-4ee8-885b-38ce2f0c857c" providerId="ADAL" clId="{E233A9CB-F475-48B6-8302-7D6BEB5FC930}" dt="2024-04-16T07:07:09.993" v="0" actId="47"/>
        <pc:sldMkLst>
          <pc:docMk/>
          <pc:sldMk cId="2674691802" sldId="1071"/>
        </pc:sldMkLst>
      </pc:sldChg>
      <pc:sldChg chg="del">
        <pc:chgData name="Ashwani Mishra" userId="15d57bc9-d3a4-4ee8-885b-38ce2f0c857c" providerId="ADAL" clId="{E233A9CB-F475-48B6-8302-7D6BEB5FC930}" dt="2024-04-16T07:07:09.993" v="0" actId="47"/>
        <pc:sldMkLst>
          <pc:docMk/>
          <pc:sldMk cId="1664173342" sldId="1078"/>
        </pc:sldMkLst>
      </pc:sldChg>
      <pc:sldChg chg="del">
        <pc:chgData name="Ashwani Mishra" userId="15d57bc9-d3a4-4ee8-885b-38ce2f0c857c" providerId="ADAL" clId="{E233A9CB-F475-48B6-8302-7D6BEB5FC930}" dt="2024-04-16T07:07:09.993" v="0" actId="47"/>
        <pc:sldMkLst>
          <pc:docMk/>
          <pc:sldMk cId="1355854404" sldId="1124"/>
        </pc:sldMkLst>
      </pc:sldChg>
      <pc:sldChg chg="del">
        <pc:chgData name="Ashwani Mishra" userId="15d57bc9-d3a4-4ee8-885b-38ce2f0c857c" providerId="ADAL" clId="{E233A9CB-F475-48B6-8302-7D6BEB5FC930}" dt="2024-04-16T07:07:09.993" v="0" actId="47"/>
        <pc:sldMkLst>
          <pc:docMk/>
          <pc:sldMk cId="2148066592" sldId="5987"/>
        </pc:sldMkLst>
      </pc:sldChg>
      <pc:sldChg chg="del">
        <pc:chgData name="Ashwani Mishra" userId="15d57bc9-d3a4-4ee8-885b-38ce2f0c857c" providerId="ADAL" clId="{E233A9CB-F475-48B6-8302-7D6BEB5FC930}" dt="2024-04-16T07:07:09.993" v="0" actId="47"/>
        <pc:sldMkLst>
          <pc:docMk/>
          <pc:sldMk cId="636723040" sldId="6023"/>
        </pc:sldMkLst>
      </pc:sldChg>
      <pc:sldChg chg="del">
        <pc:chgData name="Ashwani Mishra" userId="15d57bc9-d3a4-4ee8-885b-38ce2f0c857c" providerId="ADAL" clId="{E233A9CB-F475-48B6-8302-7D6BEB5FC930}" dt="2024-04-16T07:07:09.993" v="0" actId="47"/>
        <pc:sldMkLst>
          <pc:docMk/>
          <pc:sldMk cId="2653737877" sldId="6024"/>
        </pc:sldMkLst>
      </pc:sldChg>
      <pc:sldChg chg="del">
        <pc:chgData name="Ashwani Mishra" userId="15d57bc9-d3a4-4ee8-885b-38ce2f0c857c" providerId="ADAL" clId="{E233A9CB-F475-48B6-8302-7D6BEB5FC930}" dt="2024-04-16T07:07:09.993" v="0" actId="47"/>
        <pc:sldMkLst>
          <pc:docMk/>
          <pc:sldMk cId="939738045" sldId="6025"/>
        </pc:sldMkLst>
      </pc:sldChg>
      <pc:sldChg chg="del">
        <pc:chgData name="Ashwani Mishra" userId="15d57bc9-d3a4-4ee8-885b-38ce2f0c857c" providerId="ADAL" clId="{E233A9CB-F475-48B6-8302-7D6BEB5FC930}" dt="2024-04-16T07:07:09.993" v="0" actId="47"/>
        <pc:sldMkLst>
          <pc:docMk/>
          <pc:sldMk cId="577158544" sldId="6026"/>
        </pc:sldMkLst>
      </pc:sldChg>
      <pc:sldChg chg="del">
        <pc:chgData name="Ashwani Mishra" userId="15d57bc9-d3a4-4ee8-885b-38ce2f0c857c" providerId="ADAL" clId="{E233A9CB-F475-48B6-8302-7D6BEB5FC930}" dt="2024-04-16T07:07:09.993" v="0" actId="47"/>
        <pc:sldMkLst>
          <pc:docMk/>
          <pc:sldMk cId="4113491957" sldId="6027"/>
        </pc:sldMkLst>
      </pc:sldChg>
      <pc:sldChg chg="del">
        <pc:chgData name="Ashwani Mishra" userId="15d57bc9-d3a4-4ee8-885b-38ce2f0c857c" providerId="ADAL" clId="{E233A9CB-F475-48B6-8302-7D6BEB5FC930}" dt="2024-04-16T07:07:09.993" v="0" actId="47"/>
        <pc:sldMkLst>
          <pc:docMk/>
          <pc:sldMk cId="882491929" sldId="6028"/>
        </pc:sldMkLst>
      </pc:sldChg>
      <pc:sldChg chg="del">
        <pc:chgData name="Ashwani Mishra" userId="15d57bc9-d3a4-4ee8-885b-38ce2f0c857c" providerId="ADAL" clId="{E233A9CB-F475-48B6-8302-7D6BEB5FC930}" dt="2024-04-16T07:07:09.993" v="0" actId="47"/>
        <pc:sldMkLst>
          <pc:docMk/>
          <pc:sldMk cId="2750019430" sldId="6029"/>
        </pc:sldMkLst>
      </pc:sldChg>
      <pc:sldChg chg="del">
        <pc:chgData name="Ashwani Mishra" userId="15d57bc9-d3a4-4ee8-885b-38ce2f0c857c" providerId="ADAL" clId="{E233A9CB-F475-48B6-8302-7D6BEB5FC930}" dt="2024-04-16T07:07:09.993" v="0" actId="47"/>
        <pc:sldMkLst>
          <pc:docMk/>
          <pc:sldMk cId="1575563361" sldId="6030"/>
        </pc:sldMkLst>
      </pc:sldChg>
      <pc:sldChg chg="del">
        <pc:chgData name="Ashwani Mishra" userId="15d57bc9-d3a4-4ee8-885b-38ce2f0c857c" providerId="ADAL" clId="{E233A9CB-F475-48B6-8302-7D6BEB5FC930}" dt="2024-04-16T07:07:09.993" v="0" actId="47"/>
        <pc:sldMkLst>
          <pc:docMk/>
          <pc:sldMk cId="1305255286" sldId="6186"/>
        </pc:sldMkLst>
      </pc:sldChg>
      <pc:sldChg chg="del">
        <pc:chgData name="Ashwani Mishra" userId="15d57bc9-d3a4-4ee8-885b-38ce2f0c857c" providerId="ADAL" clId="{E233A9CB-F475-48B6-8302-7D6BEB5FC930}" dt="2024-04-16T07:07:09.993" v="0" actId="47"/>
        <pc:sldMkLst>
          <pc:docMk/>
          <pc:sldMk cId="3421123101" sldId="6187"/>
        </pc:sldMkLst>
      </pc:sldChg>
      <pc:sldChg chg="del">
        <pc:chgData name="Ashwani Mishra" userId="15d57bc9-d3a4-4ee8-885b-38ce2f0c857c" providerId="ADAL" clId="{E233A9CB-F475-48B6-8302-7D6BEB5FC930}" dt="2024-04-16T07:07:09.993" v="0" actId="47"/>
        <pc:sldMkLst>
          <pc:docMk/>
          <pc:sldMk cId="537113278" sldId="6191"/>
        </pc:sldMkLst>
      </pc:sldChg>
      <pc:sldChg chg="del">
        <pc:chgData name="Ashwani Mishra" userId="15d57bc9-d3a4-4ee8-885b-38ce2f0c857c" providerId="ADAL" clId="{E233A9CB-F475-48B6-8302-7D6BEB5FC930}" dt="2024-04-16T07:07:09.993" v="0" actId="47"/>
        <pc:sldMkLst>
          <pc:docMk/>
          <pc:sldMk cId="3274039972" sldId="6237"/>
        </pc:sldMkLst>
      </pc:sldChg>
      <pc:sldChg chg="del">
        <pc:chgData name="Ashwani Mishra" userId="15d57bc9-d3a4-4ee8-885b-38ce2f0c857c" providerId="ADAL" clId="{E233A9CB-F475-48B6-8302-7D6BEB5FC930}" dt="2024-04-16T07:07:09.993" v="0" actId="47"/>
        <pc:sldMkLst>
          <pc:docMk/>
          <pc:sldMk cId="2486920137" sldId="6238"/>
        </pc:sldMkLst>
      </pc:sldChg>
      <pc:sldChg chg="del">
        <pc:chgData name="Ashwani Mishra" userId="15d57bc9-d3a4-4ee8-885b-38ce2f0c857c" providerId="ADAL" clId="{E233A9CB-F475-48B6-8302-7D6BEB5FC930}" dt="2024-04-16T07:07:09.993" v="0" actId="47"/>
        <pc:sldMkLst>
          <pc:docMk/>
          <pc:sldMk cId="4082563290" sldId="6239"/>
        </pc:sldMkLst>
      </pc:sldChg>
      <pc:sldChg chg="del">
        <pc:chgData name="Ashwani Mishra" userId="15d57bc9-d3a4-4ee8-885b-38ce2f0c857c" providerId="ADAL" clId="{E233A9CB-F475-48B6-8302-7D6BEB5FC930}" dt="2024-04-16T07:07:09.993" v="0" actId="47"/>
        <pc:sldMkLst>
          <pc:docMk/>
          <pc:sldMk cId="3831660665" sldId="6240"/>
        </pc:sldMkLst>
      </pc:sldChg>
      <pc:sldChg chg="del">
        <pc:chgData name="Ashwani Mishra" userId="15d57bc9-d3a4-4ee8-885b-38ce2f0c857c" providerId="ADAL" clId="{E233A9CB-F475-48B6-8302-7D6BEB5FC930}" dt="2024-04-16T07:07:09.993" v="0" actId="47"/>
        <pc:sldMkLst>
          <pc:docMk/>
          <pc:sldMk cId="3247017999" sldId="6241"/>
        </pc:sldMkLst>
      </pc:sldChg>
      <pc:sldChg chg="del">
        <pc:chgData name="Ashwani Mishra" userId="15d57bc9-d3a4-4ee8-885b-38ce2f0c857c" providerId="ADAL" clId="{E233A9CB-F475-48B6-8302-7D6BEB5FC930}" dt="2024-04-16T07:07:09.993" v="0" actId="47"/>
        <pc:sldMkLst>
          <pc:docMk/>
          <pc:sldMk cId="4006338570" sldId="6242"/>
        </pc:sldMkLst>
      </pc:sldChg>
      <pc:sldChg chg="del">
        <pc:chgData name="Ashwani Mishra" userId="15d57bc9-d3a4-4ee8-885b-38ce2f0c857c" providerId="ADAL" clId="{E233A9CB-F475-48B6-8302-7D6BEB5FC930}" dt="2024-04-16T07:07:09.993" v="0" actId="47"/>
        <pc:sldMkLst>
          <pc:docMk/>
          <pc:sldMk cId="56598862" sldId="6243"/>
        </pc:sldMkLst>
      </pc:sldChg>
      <pc:sldChg chg="del">
        <pc:chgData name="Ashwani Mishra" userId="15d57bc9-d3a4-4ee8-885b-38ce2f0c857c" providerId="ADAL" clId="{E233A9CB-F475-48B6-8302-7D6BEB5FC930}" dt="2024-04-16T07:07:09.993" v="0" actId="47"/>
        <pc:sldMkLst>
          <pc:docMk/>
          <pc:sldMk cId="3703837385" sldId="6244"/>
        </pc:sldMkLst>
      </pc:sldChg>
      <pc:sldChg chg="del">
        <pc:chgData name="Ashwani Mishra" userId="15d57bc9-d3a4-4ee8-885b-38ce2f0c857c" providerId="ADAL" clId="{E233A9CB-F475-48B6-8302-7D6BEB5FC930}" dt="2024-04-16T07:07:09.993" v="0" actId="47"/>
        <pc:sldMkLst>
          <pc:docMk/>
          <pc:sldMk cId="63544092" sldId="6245"/>
        </pc:sldMkLst>
      </pc:sldChg>
      <pc:sldChg chg="modSp mod">
        <pc:chgData name="Ashwani Mishra" userId="15d57bc9-d3a4-4ee8-885b-38ce2f0c857c" providerId="ADAL" clId="{E233A9CB-F475-48B6-8302-7D6BEB5FC930}" dt="2024-04-16T07:46:04.188" v="181"/>
        <pc:sldMkLst>
          <pc:docMk/>
          <pc:sldMk cId="2915413342" sldId="2145709040"/>
        </pc:sldMkLst>
      </pc:sldChg>
      <pc:sldChg chg="modSp mod">
        <pc:chgData name="Ashwani Mishra" userId="15d57bc9-d3a4-4ee8-885b-38ce2f0c857c" providerId="ADAL" clId="{E233A9CB-F475-48B6-8302-7D6BEB5FC930}" dt="2024-04-16T09:46:13.694" v="293"/>
        <pc:sldMkLst>
          <pc:docMk/>
          <pc:sldMk cId="2170024570" sldId="2145709043"/>
        </pc:sldMkLst>
      </pc:sldChg>
      <pc:sldChg chg="modSp mod">
        <pc:chgData name="Ashwani Mishra" userId="15d57bc9-d3a4-4ee8-885b-38ce2f0c857c" providerId="ADAL" clId="{E233A9CB-F475-48B6-8302-7D6BEB5FC930}" dt="2024-04-16T10:16:25.704" v="385" actId="108"/>
        <pc:sldMkLst>
          <pc:docMk/>
          <pc:sldMk cId="1060553319" sldId="2145709045"/>
        </pc:sldMkLst>
      </pc:sldChg>
      <pc:sldChg chg="modSp mod">
        <pc:chgData name="Ashwani Mishra" userId="15d57bc9-d3a4-4ee8-885b-38ce2f0c857c" providerId="ADAL" clId="{E233A9CB-F475-48B6-8302-7D6BEB5FC930}" dt="2024-04-16T10:17:26.241" v="392" actId="20577"/>
        <pc:sldMkLst>
          <pc:docMk/>
          <pc:sldMk cId="2233215685" sldId="2145709046"/>
        </pc:sldMkLst>
      </pc:sldChg>
      <pc:sldChg chg="del">
        <pc:chgData name="Ashwani Mishra" userId="15d57bc9-d3a4-4ee8-885b-38ce2f0c857c" providerId="ADAL" clId="{E233A9CB-F475-48B6-8302-7D6BEB5FC930}" dt="2024-04-16T07:07:09.993" v="0" actId="47"/>
        <pc:sldMkLst>
          <pc:docMk/>
          <pc:sldMk cId="896923164" sldId="2145709047"/>
        </pc:sldMkLst>
      </pc:sldChg>
      <pc:sldChg chg="modSp mod">
        <pc:chgData name="Ashwani Mishra" userId="15d57bc9-d3a4-4ee8-885b-38ce2f0c857c" providerId="ADAL" clId="{E233A9CB-F475-48B6-8302-7D6BEB5FC930}" dt="2024-04-16T07:20:18.932" v="141" actId="20577"/>
        <pc:sldMkLst>
          <pc:docMk/>
          <pc:sldMk cId="3750506967" sldId="2145709048"/>
        </pc:sldMkLst>
      </pc:sldChg>
      <pc:sldChg chg="modSp mod">
        <pc:chgData name="Ashwani Mishra" userId="15d57bc9-d3a4-4ee8-885b-38ce2f0c857c" providerId="ADAL" clId="{E233A9CB-F475-48B6-8302-7D6BEB5FC930}" dt="2024-04-16T07:25:42.013" v="173" actId="255"/>
        <pc:sldMkLst>
          <pc:docMk/>
          <pc:sldMk cId="1444399480" sldId="2145709053"/>
        </pc:sldMkLst>
      </pc:sldChg>
      <pc:sldChg chg="modSp mod">
        <pc:chgData name="Ashwani Mishra" userId="15d57bc9-d3a4-4ee8-885b-38ce2f0c857c" providerId="ADAL" clId="{E233A9CB-F475-48B6-8302-7D6BEB5FC930}" dt="2024-04-16T07:25:01.988" v="170" actId="20577"/>
        <pc:sldMkLst>
          <pc:docMk/>
          <pc:sldMk cId="730183974" sldId="2145709066"/>
        </pc:sldMkLst>
      </pc:sldChg>
      <pc:sldChg chg="modSp mod">
        <pc:chgData name="Ashwani Mishra" userId="15d57bc9-d3a4-4ee8-885b-38ce2f0c857c" providerId="ADAL" clId="{E233A9CB-F475-48B6-8302-7D6BEB5FC930}" dt="2024-04-16T09:47:52.552" v="342" actId="6549"/>
        <pc:sldMkLst>
          <pc:docMk/>
          <pc:sldMk cId="3800592211" sldId="2145709219"/>
        </pc:sldMkLst>
      </pc:sldChg>
      <pc:sldChg chg="modSp mod">
        <pc:chgData name="Ashwani Mishra" userId="15d57bc9-d3a4-4ee8-885b-38ce2f0c857c" providerId="ADAL" clId="{E233A9CB-F475-48B6-8302-7D6BEB5FC930}" dt="2024-04-16T07:18:37.270" v="137"/>
        <pc:sldMkLst>
          <pc:docMk/>
          <pc:sldMk cId="1563699850" sldId="2147376144"/>
        </pc:sldMkLst>
      </pc:sldChg>
      <pc:sldChg chg="modSp mod">
        <pc:chgData name="Ashwani Mishra" userId="15d57bc9-d3a4-4ee8-885b-38ce2f0c857c" providerId="ADAL" clId="{E233A9CB-F475-48B6-8302-7D6BEB5FC930}" dt="2024-04-16T09:42:29.081" v="251" actId="20577"/>
        <pc:sldMkLst>
          <pc:docMk/>
          <pc:sldMk cId="1500137299" sldId="2147376156"/>
        </pc:sldMkLst>
      </pc:sldChg>
    </pc:docChg>
  </pc:docChgLst>
  <pc:docChgLst>
    <pc:chgData name="Vasant K Tiwari" userId="94ab7f94-4dc6-474c-9a49-34f940ad4691" providerId="ADAL" clId="{4C440B18-F2BC-48E3-8465-436E72075B58}"/>
    <pc:docChg chg="addSld delSld modSld">
      <pc:chgData name="Vasant K Tiwari" userId="94ab7f94-4dc6-474c-9a49-34f940ad4691" providerId="ADAL" clId="{4C440B18-F2BC-48E3-8465-436E72075B58}" dt="2025-09-17T03:39:28.980" v="12" actId="20577"/>
      <pc:docMkLst>
        <pc:docMk/>
      </pc:docMkLst>
      <pc:sldChg chg="del">
        <pc:chgData name="Vasant K Tiwari" userId="94ab7f94-4dc6-474c-9a49-34f940ad4691" providerId="ADAL" clId="{4C440B18-F2BC-48E3-8465-436E72075B58}" dt="2025-09-16T15:36:57.066" v="0" actId="2696"/>
        <pc:sldMkLst>
          <pc:docMk/>
          <pc:sldMk cId="887026810" sldId="256"/>
        </pc:sldMkLst>
      </pc:sldChg>
      <pc:sldChg chg="add">
        <pc:chgData name="Vasant K Tiwari" userId="94ab7f94-4dc6-474c-9a49-34f940ad4691" providerId="ADAL" clId="{4C440B18-F2BC-48E3-8465-436E72075B58}" dt="2025-09-16T15:37:02.222" v="1"/>
        <pc:sldMkLst>
          <pc:docMk/>
          <pc:sldMk cId="1169385781" sldId="256"/>
        </pc:sldMkLst>
      </pc:sldChg>
      <pc:sldChg chg="del">
        <pc:chgData name="Vasant K Tiwari" userId="94ab7f94-4dc6-474c-9a49-34f940ad4691" providerId="ADAL" clId="{4C440B18-F2BC-48E3-8465-436E72075B58}" dt="2025-09-16T15:37:46.233" v="2" actId="2696"/>
        <pc:sldMkLst>
          <pc:docMk/>
          <pc:sldMk cId="700912913" sldId="6246"/>
        </pc:sldMkLst>
      </pc:sldChg>
      <pc:sldChg chg="add">
        <pc:chgData name="Vasant K Tiwari" userId="94ab7f94-4dc6-474c-9a49-34f940ad4691" providerId="ADAL" clId="{4C440B18-F2BC-48E3-8465-436E72075B58}" dt="2025-09-16T15:37:52.566" v="3"/>
        <pc:sldMkLst>
          <pc:docMk/>
          <pc:sldMk cId="927744412" sldId="6246"/>
        </pc:sldMkLst>
      </pc:sldChg>
      <pc:sldChg chg="del">
        <pc:chgData name="Vasant K Tiwari" userId="94ab7f94-4dc6-474c-9a49-34f940ad4691" providerId="ADAL" clId="{4C440B18-F2BC-48E3-8465-436E72075B58}" dt="2025-09-16T15:38:10.102" v="4" actId="2696"/>
        <pc:sldMkLst>
          <pc:docMk/>
          <pc:sldMk cId="1433058619" sldId="2145709062"/>
        </pc:sldMkLst>
      </pc:sldChg>
      <pc:sldChg chg="add">
        <pc:chgData name="Vasant K Tiwari" userId="94ab7f94-4dc6-474c-9a49-34f940ad4691" providerId="ADAL" clId="{4C440B18-F2BC-48E3-8465-436E72075B58}" dt="2025-09-16T15:38:19.522" v="5"/>
        <pc:sldMkLst>
          <pc:docMk/>
          <pc:sldMk cId="2710684751" sldId="2145709062"/>
        </pc:sldMkLst>
      </pc:sldChg>
      <pc:sldChg chg="add">
        <pc:chgData name="Vasant K Tiwari" userId="94ab7f94-4dc6-474c-9a49-34f940ad4691" providerId="ADAL" clId="{4C440B18-F2BC-48E3-8465-436E72075B58}" dt="2025-09-16T15:37:52.566" v="3"/>
        <pc:sldMkLst>
          <pc:docMk/>
          <pc:sldMk cId="70426653" sldId="2147376480"/>
        </pc:sldMkLst>
      </pc:sldChg>
      <pc:sldChg chg="del">
        <pc:chgData name="Vasant K Tiwari" userId="94ab7f94-4dc6-474c-9a49-34f940ad4691" providerId="ADAL" clId="{4C440B18-F2BC-48E3-8465-436E72075B58}" dt="2025-09-16T15:37:46.233" v="2" actId="2696"/>
        <pc:sldMkLst>
          <pc:docMk/>
          <pc:sldMk cId="3424460635" sldId="2147376480"/>
        </pc:sldMkLst>
      </pc:sldChg>
      <pc:sldChg chg="modSp mod">
        <pc:chgData name="Vasant K Tiwari" userId="94ab7f94-4dc6-474c-9a49-34f940ad4691" providerId="ADAL" clId="{4C440B18-F2BC-48E3-8465-436E72075B58}" dt="2025-09-17T03:39:28.980" v="12" actId="20577"/>
        <pc:sldMkLst>
          <pc:docMk/>
          <pc:sldMk cId="2648942392" sldId="2147376724"/>
        </pc:sldMkLst>
        <pc:spChg chg="mod">
          <ac:chgData name="Vasant K Tiwari" userId="94ab7f94-4dc6-474c-9a49-34f940ad4691" providerId="ADAL" clId="{4C440B18-F2BC-48E3-8465-436E72075B58}" dt="2025-09-17T03:39:28.980" v="12" actId="20577"/>
          <ac:spMkLst>
            <pc:docMk/>
            <pc:sldMk cId="2648942392" sldId="2147376724"/>
            <ac:spMk id="5" creationId="{D7BA832C-DBD4-4EC7-B16B-74D1777B7A97}"/>
          </ac:spMkLst>
        </pc:spChg>
      </pc:sldChg>
      <pc:sldChg chg="del">
        <pc:chgData name="Vasant K Tiwari" userId="94ab7f94-4dc6-474c-9a49-34f940ad4691" providerId="ADAL" clId="{4C440B18-F2BC-48E3-8465-436E72075B58}" dt="2025-09-16T15:36:57.066" v="0" actId="2696"/>
        <pc:sldMkLst>
          <pc:docMk/>
          <pc:sldMk cId="3109796173" sldId="2147376725"/>
        </pc:sldMkLst>
      </pc:sldChg>
      <pc:sldChg chg="add">
        <pc:chgData name="Vasant K Tiwari" userId="94ab7f94-4dc6-474c-9a49-34f940ad4691" providerId="ADAL" clId="{4C440B18-F2BC-48E3-8465-436E72075B58}" dt="2025-09-16T15:37:02.222" v="1"/>
        <pc:sldMkLst>
          <pc:docMk/>
          <pc:sldMk cId="3718317714" sldId="2147376725"/>
        </pc:sldMkLst>
      </pc:sldChg>
      <pc:sldChg chg="add">
        <pc:chgData name="Vasant K Tiwari" userId="94ab7f94-4dc6-474c-9a49-34f940ad4691" providerId="ADAL" clId="{4C440B18-F2BC-48E3-8465-436E72075B58}" dt="2025-09-16T15:37:02.222" v="1"/>
        <pc:sldMkLst>
          <pc:docMk/>
          <pc:sldMk cId="3286972886" sldId="2147376726"/>
        </pc:sldMkLst>
      </pc:sldChg>
      <pc:sldChg chg="del">
        <pc:chgData name="Vasant K Tiwari" userId="94ab7f94-4dc6-474c-9a49-34f940ad4691" providerId="ADAL" clId="{4C440B18-F2BC-48E3-8465-436E72075B58}" dt="2025-09-16T15:36:57.066" v="0" actId="2696"/>
        <pc:sldMkLst>
          <pc:docMk/>
          <pc:sldMk cId="4262090947" sldId="2147376726"/>
        </pc:sldMkLst>
      </pc:sldChg>
      <pc:sldChg chg="del">
        <pc:chgData name="Vasant K Tiwari" userId="94ab7f94-4dc6-474c-9a49-34f940ad4691" providerId="ADAL" clId="{4C440B18-F2BC-48E3-8465-436E72075B58}" dt="2025-09-16T15:36:57.066" v="0" actId="2696"/>
        <pc:sldMkLst>
          <pc:docMk/>
          <pc:sldMk cId="1660375867" sldId="2147376727"/>
        </pc:sldMkLst>
      </pc:sldChg>
      <pc:sldChg chg="add">
        <pc:chgData name="Vasant K Tiwari" userId="94ab7f94-4dc6-474c-9a49-34f940ad4691" providerId="ADAL" clId="{4C440B18-F2BC-48E3-8465-436E72075B58}" dt="2025-09-16T15:37:02.222" v="1"/>
        <pc:sldMkLst>
          <pc:docMk/>
          <pc:sldMk cId="2503127464" sldId="2147376727"/>
        </pc:sldMkLst>
      </pc:sldChg>
      <pc:sldChg chg="del">
        <pc:chgData name="Vasant K Tiwari" userId="94ab7f94-4dc6-474c-9a49-34f940ad4691" providerId="ADAL" clId="{4C440B18-F2BC-48E3-8465-436E72075B58}" dt="2025-09-16T15:36:57.066" v="0" actId="2696"/>
        <pc:sldMkLst>
          <pc:docMk/>
          <pc:sldMk cId="2267842760" sldId="2147376728"/>
        </pc:sldMkLst>
      </pc:sldChg>
      <pc:sldChg chg="add">
        <pc:chgData name="Vasant K Tiwari" userId="94ab7f94-4dc6-474c-9a49-34f940ad4691" providerId="ADAL" clId="{4C440B18-F2BC-48E3-8465-436E72075B58}" dt="2025-09-16T15:37:02.222" v="1"/>
        <pc:sldMkLst>
          <pc:docMk/>
          <pc:sldMk cId="2790174185" sldId="2147376728"/>
        </pc:sldMkLst>
      </pc:sldChg>
      <pc:sldChg chg="del">
        <pc:chgData name="Vasant K Tiwari" userId="94ab7f94-4dc6-474c-9a49-34f940ad4691" providerId="ADAL" clId="{4C440B18-F2BC-48E3-8465-436E72075B58}" dt="2025-09-16T15:36:57.066" v="0" actId="2696"/>
        <pc:sldMkLst>
          <pc:docMk/>
          <pc:sldMk cId="184406369" sldId="2147376729"/>
        </pc:sldMkLst>
      </pc:sldChg>
      <pc:sldChg chg="add">
        <pc:chgData name="Vasant K Tiwari" userId="94ab7f94-4dc6-474c-9a49-34f940ad4691" providerId="ADAL" clId="{4C440B18-F2BC-48E3-8465-436E72075B58}" dt="2025-09-16T15:37:02.222" v="1"/>
        <pc:sldMkLst>
          <pc:docMk/>
          <pc:sldMk cId="1382195101" sldId="2147376729"/>
        </pc:sldMkLst>
      </pc:sldChg>
      <pc:sldChg chg="del">
        <pc:chgData name="Vasant K Tiwari" userId="94ab7f94-4dc6-474c-9a49-34f940ad4691" providerId="ADAL" clId="{4C440B18-F2BC-48E3-8465-436E72075B58}" dt="2025-09-16T15:36:57.066" v="0" actId="2696"/>
        <pc:sldMkLst>
          <pc:docMk/>
          <pc:sldMk cId="1834053900" sldId="2147376732"/>
        </pc:sldMkLst>
      </pc:sldChg>
      <pc:sldChg chg="add">
        <pc:chgData name="Vasant K Tiwari" userId="94ab7f94-4dc6-474c-9a49-34f940ad4691" providerId="ADAL" clId="{4C440B18-F2BC-48E3-8465-436E72075B58}" dt="2025-09-16T15:37:02.222" v="1"/>
        <pc:sldMkLst>
          <pc:docMk/>
          <pc:sldMk cId="3247288335" sldId="2147376732"/>
        </pc:sldMkLst>
      </pc:sldChg>
      <pc:sldChg chg="del">
        <pc:chgData name="Vasant K Tiwari" userId="94ab7f94-4dc6-474c-9a49-34f940ad4691" providerId="ADAL" clId="{4C440B18-F2BC-48E3-8465-436E72075B58}" dt="2025-09-16T15:37:46.233" v="2" actId="2696"/>
        <pc:sldMkLst>
          <pc:docMk/>
          <pc:sldMk cId="941314089" sldId="2147376787"/>
        </pc:sldMkLst>
      </pc:sldChg>
      <pc:sldChg chg="add">
        <pc:chgData name="Vasant K Tiwari" userId="94ab7f94-4dc6-474c-9a49-34f940ad4691" providerId="ADAL" clId="{4C440B18-F2BC-48E3-8465-436E72075B58}" dt="2025-09-16T15:37:52.566" v="3"/>
        <pc:sldMkLst>
          <pc:docMk/>
          <pc:sldMk cId="3592346459" sldId="2147376787"/>
        </pc:sldMkLst>
      </pc:sldChg>
      <pc:sldChg chg="add">
        <pc:chgData name="Vasant K Tiwari" userId="94ab7f94-4dc6-474c-9a49-34f940ad4691" providerId="ADAL" clId="{4C440B18-F2BC-48E3-8465-436E72075B58}" dt="2025-09-16T15:37:52.566" v="3"/>
        <pc:sldMkLst>
          <pc:docMk/>
          <pc:sldMk cId="565677068" sldId="2147376807"/>
        </pc:sldMkLst>
      </pc:sldChg>
      <pc:sldChg chg="del">
        <pc:chgData name="Vasant K Tiwari" userId="94ab7f94-4dc6-474c-9a49-34f940ad4691" providerId="ADAL" clId="{4C440B18-F2BC-48E3-8465-436E72075B58}" dt="2025-09-16T15:37:46.233" v="2" actId="2696"/>
        <pc:sldMkLst>
          <pc:docMk/>
          <pc:sldMk cId="2949070085" sldId="2147376807"/>
        </pc:sldMkLst>
      </pc:sldChg>
      <pc:sldChg chg="del">
        <pc:chgData name="Vasant K Tiwari" userId="94ab7f94-4dc6-474c-9a49-34f940ad4691" providerId="ADAL" clId="{4C440B18-F2BC-48E3-8465-436E72075B58}" dt="2025-09-16T15:37:46.233" v="2" actId="2696"/>
        <pc:sldMkLst>
          <pc:docMk/>
          <pc:sldMk cId="567301849" sldId="2147376808"/>
        </pc:sldMkLst>
      </pc:sldChg>
      <pc:sldChg chg="add">
        <pc:chgData name="Vasant K Tiwari" userId="94ab7f94-4dc6-474c-9a49-34f940ad4691" providerId="ADAL" clId="{4C440B18-F2BC-48E3-8465-436E72075B58}" dt="2025-09-16T15:37:52.566" v="3"/>
        <pc:sldMkLst>
          <pc:docMk/>
          <pc:sldMk cId="1823752138" sldId="2147376808"/>
        </pc:sldMkLst>
      </pc:sldChg>
    </pc:docChg>
  </pc:docChgLst>
  <pc:docChgLst>
    <pc:chgData name="Porus P Jain" userId="426241ab-ce3a-418a-a669-bb9355426681" providerId="ADAL" clId="{4EC4D577-24F8-4B3D-BECB-00124DE607DF}"/>
    <pc:docChg chg="undo redo custSel addSld delSld modSld sldOrd">
      <pc:chgData name="Porus P Jain" userId="426241ab-ce3a-418a-a669-bb9355426681" providerId="ADAL" clId="{4EC4D577-24F8-4B3D-BECB-00124DE607DF}" dt="2025-10-03T12:38:50.340" v="2428" actId="12385"/>
      <pc:docMkLst>
        <pc:docMk/>
      </pc:docMkLst>
      <pc:sldChg chg="del">
        <pc:chgData name="Porus P Jain" userId="426241ab-ce3a-418a-a669-bb9355426681" providerId="ADAL" clId="{4EC4D577-24F8-4B3D-BECB-00124DE607DF}" dt="2025-10-02T09:11:54.492" v="0" actId="47"/>
        <pc:sldMkLst>
          <pc:docMk/>
          <pc:sldMk cId="0" sldId="258"/>
        </pc:sldMkLst>
      </pc:sldChg>
      <pc:sldChg chg="del">
        <pc:chgData name="Porus P Jain" userId="426241ab-ce3a-418a-a669-bb9355426681" providerId="ADAL" clId="{4EC4D577-24F8-4B3D-BECB-00124DE607DF}" dt="2025-10-03T09:23:47.683" v="563" actId="47"/>
        <pc:sldMkLst>
          <pc:docMk/>
          <pc:sldMk cId="0" sldId="262"/>
        </pc:sldMkLst>
      </pc:sldChg>
      <pc:sldChg chg="add del">
        <pc:chgData name="Porus P Jain" userId="426241ab-ce3a-418a-a669-bb9355426681" providerId="ADAL" clId="{4EC4D577-24F8-4B3D-BECB-00124DE607DF}" dt="2025-10-03T09:25:03.590" v="577" actId="47"/>
        <pc:sldMkLst>
          <pc:docMk/>
          <pc:sldMk cId="1565064751" sldId="267"/>
        </pc:sldMkLst>
      </pc:sldChg>
      <pc:sldChg chg="add del">
        <pc:chgData name="Porus P Jain" userId="426241ab-ce3a-418a-a669-bb9355426681" providerId="ADAL" clId="{4EC4D577-24F8-4B3D-BECB-00124DE607DF}" dt="2025-10-03T09:25:02.178" v="576" actId="47"/>
        <pc:sldMkLst>
          <pc:docMk/>
          <pc:sldMk cId="93846305" sldId="269"/>
        </pc:sldMkLst>
      </pc:sldChg>
      <pc:sldChg chg="del">
        <pc:chgData name="Porus P Jain" userId="426241ab-ce3a-418a-a669-bb9355426681" providerId="ADAL" clId="{4EC4D577-24F8-4B3D-BECB-00124DE607DF}" dt="2025-10-03T09:14:41.934" v="562" actId="47"/>
        <pc:sldMkLst>
          <pc:docMk/>
          <pc:sldMk cId="0" sldId="277"/>
        </pc:sldMkLst>
      </pc:sldChg>
      <pc:sldChg chg="del">
        <pc:chgData name="Porus P Jain" userId="426241ab-ce3a-418a-a669-bb9355426681" providerId="ADAL" clId="{4EC4D577-24F8-4B3D-BECB-00124DE607DF}" dt="2025-10-02T09:24:20.628" v="15" actId="47"/>
        <pc:sldMkLst>
          <pc:docMk/>
          <pc:sldMk cId="1533026977" sldId="282"/>
        </pc:sldMkLst>
      </pc:sldChg>
      <pc:sldChg chg="add">
        <pc:chgData name="Porus P Jain" userId="426241ab-ce3a-418a-a669-bb9355426681" providerId="ADAL" clId="{4EC4D577-24F8-4B3D-BECB-00124DE607DF}" dt="2025-10-03T10:42:11.321" v="1596"/>
        <pc:sldMkLst>
          <pc:docMk/>
          <pc:sldMk cId="3274039972" sldId="286"/>
        </pc:sldMkLst>
      </pc:sldChg>
      <pc:sldChg chg="add">
        <pc:chgData name="Porus P Jain" userId="426241ab-ce3a-418a-a669-bb9355426681" providerId="ADAL" clId="{4EC4D577-24F8-4B3D-BECB-00124DE607DF}" dt="2025-10-03T10:42:11.321" v="1596"/>
        <pc:sldMkLst>
          <pc:docMk/>
          <pc:sldMk cId="3247017999" sldId="287"/>
        </pc:sldMkLst>
      </pc:sldChg>
      <pc:sldChg chg="del">
        <pc:chgData name="Porus P Jain" userId="426241ab-ce3a-418a-a669-bb9355426681" providerId="ADAL" clId="{4EC4D577-24F8-4B3D-BECB-00124DE607DF}" dt="2025-10-02T09:11:59.525" v="1" actId="47"/>
        <pc:sldMkLst>
          <pc:docMk/>
          <pc:sldMk cId="0" sldId="288"/>
        </pc:sldMkLst>
      </pc:sldChg>
      <pc:sldChg chg="del modNotes">
        <pc:chgData name="Porus P Jain" userId="426241ab-ce3a-418a-a669-bb9355426681" providerId="ADAL" clId="{4EC4D577-24F8-4B3D-BECB-00124DE607DF}" dt="2025-10-03T10:15:55.927" v="1462" actId="2696"/>
        <pc:sldMkLst>
          <pc:docMk/>
          <pc:sldMk cId="0" sldId="291"/>
        </pc:sldMkLst>
      </pc:sldChg>
      <pc:sldChg chg="add">
        <pc:chgData name="Porus P Jain" userId="426241ab-ce3a-418a-a669-bb9355426681" providerId="ADAL" clId="{4EC4D577-24F8-4B3D-BECB-00124DE607DF}" dt="2025-10-03T10:16:03.093" v="1463"/>
        <pc:sldMkLst>
          <pc:docMk/>
          <pc:sldMk cId="3387525161" sldId="291"/>
        </pc:sldMkLst>
      </pc:sldChg>
      <pc:sldChg chg="add">
        <pc:chgData name="Porus P Jain" userId="426241ab-ce3a-418a-a669-bb9355426681" providerId="ADAL" clId="{4EC4D577-24F8-4B3D-BECB-00124DE607DF}" dt="2025-10-03T10:42:11.321" v="1596"/>
        <pc:sldMkLst>
          <pc:docMk/>
          <pc:sldMk cId="2486920137" sldId="293"/>
        </pc:sldMkLst>
      </pc:sldChg>
      <pc:sldChg chg="del">
        <pc:chgData name="Porus P Jain" userId="426241ab-ce3a-418a-a669-bb9355426681" providerId="ADAL" clId="{4EC4D577-24F8-4B3D-BECB-00124DE607DF}" dt="2025-10-03T10:15:55.927" v="1462" actId="2696"/>
        <pc:sldMkLst>
          <pc:docMk/>
          <pc:sldMk cId="0" sldId="294"/>
        </pc:sldMkLst>
      </pc:sldChg>
      <pc:sldChg chg="add">
        <pc:chgData name="Porus P Jain" userId="426241ab-ce3a-418a-a669-bb9355426681" providerId="ADAL" clId="{4EC4D577-24F8-4B3D-BECB-00124DE607DF}" dt="2025-10-03T10:16:03.093" v="1463"/>
        <pc:sldMkLst>
          <pc:docMk/>
          <pc:sldMk cId="1115990865" sldId="294"/>
        </pc:sldMkLst>
      </pc:sldChg>
      <pc:sldChg chg="del">
        <pc:chgData name="Porus P Jain" userId="426241ab-ce3a-418a-a669-bb9355426681" providerId="ADAL" clId="{4EC4D577-24F8-4B3D-BECB-00124DE607DF}" dt="2025-10-03T10:15:55.927" v="1462" actId="2696"/>
        <pc:sldMkLst>
          <pc:docMk/>
          <pc:sldMk cId="0" sldId="295"/>
        </pc:sldMkLst>
      </pc:sldChg>
      <pc:sldChg chg="add">
        <pc:chgData name="Porus P Jain" userId="426241ab-ce3a-418a-a669-bb9355426681" providerId="ADAL" clId="{4EC4D577-24F8-4B3D-BECB-00124DE607DF}" dt="2025-10-03T10:16:03.093" v="1463"/>
        <pc:sldMkLst>
          <pc:docMk/>
          <pc:sldMk cId="1151382655" sldId="295"/>
        </pc:sldMkLst>
      </pc:sldChg>
      <pc:sldChg chg="del">
        <pc:chgData name="Porus P Jain" userId="426241ab-ce3a-418a-a669-bb9355426681" providerId="ADAL" clId="{4EC4D577-24F8-4B3D-BECB-00124DE607DF}" dt="2025-10-03T10:15:55.927" v="1462" actId="2696"/>
        <pc:sldMkLst>
          <pc:docMk/>
          <pc:sldMk cId="0" sldId="297"/>
        </pc:sldMkLst>
      </pc:sldChg>
      <pc:sldChg chg="add">
        <pc:chgData name="Porus P Jain" userId="426241ab-ce3a-418a-a669-bb9355426681" providerId="ADAL" clId="{4EC4D577-24F8-4B3D-BECB-00124DE607DF}" dt="2025-10-03T10:16:03.093" v="1463"/>
        <pc:sldMkLst>
          <pc:docMk/>
          <pc:sldMk cId="2194871509" sldId="297"/>
        </pc:sldMkLst>
      </pc:sldChg>
      <pc:sldChg chg="del">
        <pc:chgData name="Porus P Jain" userId="426241ab-ce3a-418a-a669-bb9355426681" providerId="ADAL" clId="{4EC4D577-24F8-4B3D-BECB-00124DE607DF}" dt="2025-10-03T10:15:55.927" v="1462" actId="2696"/>
        <pc:sldMkLst>
          <pc:docMk/>
          <pc:sldMk cId="0" sldId="311"/>
        </pc:sldMkLst>
      </pc:sldChg>
      <pc:sldChg chg="add">
        <pc:chgData name="Porus P Jain" userId="426241ab-ce3a-418a-a669-bb9355426681" providerId="ADAL" clId="{4EC4D577-24F8-4B3D-BECB-00124DE607DF}" dt="2025-10-03T10:16:03.093" v="1463"/>
        <pc:sldMkLst>
          <pc:docMk/>
          <pc:sldMk cId="283389718" sldId="311"/>
        </pc:sldMkLst>
      </pc:sldChg>
      <pc:sldChg chg="del">
        <pc:chgData name="Porus P Jain" userId="426241ab-ce3a-418a-a669-bb9355426681" providerId="ADAL" clId="{4EC4D577-24F8-4B3D-BECB-00124DE607DF}" dt="2025-10-03T10:15:55.927" v="1462" actId="2696"/>
        <pc:sldMkLst>
          <pc:docMk/>
          <pc:sldMk cId="0" sldId="314"/>
        </pc:sldMkLst>
      </pc:sldChg>
      <pc:sldChg chg="add">
        <pc:chgData name="Porus P Jain" userId="426241ab-ce3a-418a-a669-bb9355426681" providerId="ADAL" clId="{4EC4D577-24F8-4B3D-BECB-00124DE607DF}" dt="2025-10-03T10:16:03.093" v="1463"/>
        <pc:sldMkLst>
          <pc:docMk/>
          <pc:sldMk cId="791593225" sldId="314"/>
        </pc:sldMkLst>
      </pc:sldChg>
      <pc:sldChg chg="del">
        <pc:chgData name="Porus P Jain" userId="426241ab-ce3a-418a-a669-bb9355426681" providerId="ADAL" clId="{4EC4D577-24F8-4B3D-BECB-00124DE607DF}" dt="2025-10-02T09:39:38.288" v="66" actId="47"/>
        <pc:sldMkLst>
          <pc:docMk/>
          <pc:sldMk cId="0" sldId="315"/>
        </pc:sldMkLst>
      </pc:sldChg>
      <pc:sldChg chg="del">
        <pc:chgData name="Porus P Jain" userId="426241ab-ce3a-418a-a669-bb9355426681" providerId="ADAL" clId="{4EC4D577-24F8-4B3D-BECB-00124DE607DF}" dt="2025-10-03T10:15:55.927" v="1462" actId="2696"/>
        <pc:sldMkLst>
          <pc:docMk/>
          <pc:sldMk cId="0" sldId="321"/>
        </pc:sldMkLst>
      </pc:sldChg>
      <pc:sldChg chg="add">
        <pc:chgData name="Porus P Jain" userId="426241ab-ce3a-418a-a669-bb9355426681" providerId="ADAL" clId="{4EC4D577-24F8-4B3D-BECB-00124DE607DF}" dt="2025-10-03T10:16:03.093" v="1463"/>
        <pc:sldMkLst>
          <pc:docMk/>
          <pc:sldMk cId="1621917454" sldId="321"/>
        </pc:sldMkLst>
      </pc:sldChg>
      <pc:sldChg chg="del">
        <pc:chgData name="Porus P Jain" userId="426241ab-ce3a-418a-a669-bb9355426681" providerId="ADAL" clId="{4EC4D577-24F8-4B3D-BECB-00124DE607DF}" dt="2025-10-03T09:23:51.237" v="564" actId="47"/>
        <pc:sldMkLst>
          <pc:docMk/>
          <pc:sldMk cId="0" sldId="325"/>
        </pc:sldMkLst>
      </pc:sldChg>
      <pc:sldChg chg="add del">
        <pc:chgData name="Porus P Jain" userId="426241ab-ce3a-418a-a669-bb9355426681" providerId="ADAL" clId="{4EC4D577-24F8-4B3D-BECB-00124DE607DF}" dt="2025-10-03T09:24:58.903" v="575" actId="47"/>
        <pc:sldMkLst>
          <pc:docMk/>
          <pc:sldMk cId="0" sldId="331"/>
        </pc:sldMkLst>
      </pc:sldChg>
      <pc:sldChg chg="del">
        <pc:chgData name="Porus P Jain" userId="426241ab-ce3a-418a-a669-bb9355426681" providerId="ADAL" clId="{4EC4D577-24F8-4B3D-BECB-00124DE607DF}" dt="2025-10-03T10:15:55.927" v="1462" actId="2696"/>
        <pc:sldMkLst>
          <pc:docMk/>
          <pc:sldMk cId="0" sldId="338"/>
        </pc:sldMkLst>
      </pc:sldChg>
      <pc:sldChg chg="add">
        <pc:chgData name="Porus P Jain" userId="426241ab-ce3a-418a-a669-bb9355426681" providerId="ADAL" clId="{4EC4D577-24F8-4B3D-BECB-00124DE607DF}" dt="2025-10-03T10:16:03.093" v="1463"/>
        <pc:sldMkLst>
          <pc:docMk/>
          <pc:sldMk cId="190527794" sldId="338"/>
        </pc:sldMkLst>
      </pc:sldChg>
      <pc:sldChg chg="del">
        <pc:chgData name="Porus P Jain" userId="426241ab-ce3a-418a-a669-bb9355426681" providerId="ADAL" clId="{4EC4D577-24F8-4B3D-BECB-00124DE607DF}" dt="2025-10-03T09:24:04.136" v="568" actId="47"/>
        <pc:sldMkLst>
          <pc:docMk/>
          <pc:sldMk cId="0" sldId="339"/>
        </pc:sldMkLst>
      </pc:sldChg>
      <pc:sldChg chg="del">
        <pc:chgData name="Porus P Jain" userId="426241ab-ce3a-418a-a669-bb9355426681" providerId="ADAL" clId="{4EC4D577-24F8-4B3D-BECB-00124DE607DF}" dt="2025-10-03T10:15:55.927" v="1462" actId="2696"/>
        <pc:sldMkLst>
          <pc:docMk/>
          <pc:sldMk cId="0" sldId="346"/>
        </pc:sldMkLst>
      </pc:sldChg>
      <pc:sldChg chg="add">
        <pc:chgData name="Porus P Jain" userId="426241ab-ce3a-418a-a669-bb9355426681" providerId="ADAL" clId="{4EC4D577-24F8-4B3D-BECB-00124DE607DF}" dt="2025-10-03T10:16:03.093" v="1463"/>
        <pc:sldMkLst>
          <pc:docMk/>
          <pc:sldMk cId="3327032789" sldId="346"/>
        </pc:sldMkLst>
      </pc:sldChg>
      <pc:sldChg chg="del">
        <pc:chgData name="Porus P Jain" userId="426241ab-ce3a-418a-a669-bb9355426681" providerId="ADAL" clId="{4EC4D577-24F8-4B3D-BECB-00124DE607DF}" dt="2025-10-03T09:14:16.744" v="561" actId="47"/>
        <pc:sldMkLst>
          <pc:docMk/>
          <pc:sldMk cId="0" sldId="347"/>
        </pc:sldMkLst>
      </pc:sldChg>
      <pc:sldChg chg="del">
        <pc:chgData name="Porus P Jain" userId="426241ab-ce3a-418a-a669-bb9355426681" providerId="ADAL" clId="{4EC4D577-24F8-4B3D-BECB-00124DE607DF}" dt="2025-10-03T10:15:55.927" v="1462" actId="2696"/>
        <pc:sldMkLst>
          <pc:docMk/>
          <pc:sldMk cId="0" sldId="348"/>
        </pc:sldMkLst>
      </pc:sldChg>
      <pc:sldChg chg="add">
        <pc:chgData name="Porus P Jain" userId="426241ab-ce3a-418a-a669-bb9355426681" providerId="ADAL" clId="{4EC4D577-24F8-4B3D-BECB-00124DE607DF}" dt="2025-10-03T10:16:03.093" v="1463"/>
        <pc:sldMkLst>
          <pc:docMk/>
          <pc:sldMk cId="1869143217" sldId="348"/>
        </pc:sldMkLst>
      </pc:sldChg>
      <pc:sldChg chg="del">
        <pc:chgData name="Porus P Jain" userId="426241ab-ce3a-418a-a669-bb9355426681" providerId="ADAL" clId="{4EC4D577-24F8-4B3D-BECB-00124DE607DF}" dt="2025-10-03T10:15:55.927" v="1462" actId="2696"/>
        <pc:sldMkLst>
          <pc:docMk/>
          <pc:sldMk cId="0" sldId="349"/>
        </pc:sldMkLst>
      </pc:sldChg>
      <pc:sldChg chg="add">
        <pc:chgData name="Porus P Jain" userId="426241ab-ce3a-418a-a669-bb9355426681" providerId="ADAL" clId="{4EC4D577-24F8-4B3D-BECB-00124DE607DF}" dt="2025-10-03T10:16:03.093" v="1463"/>
        <pc:sldMkLst>
          <pc:docMk/>
          <pc:sldMk cId="1995445484" sldId="349"/>
        </pc:sldMkLst>
      </pc:sldChg>
      <pc:sldChg chg="del">
        <pc:chgData name="Porus P Jain" userId="426241ab-ce3a-418a-a669-bb9355426681" providerId="ADAL" clId="{4EC4D577-24F8-4B3D-BECB-00124DE607DF}" dt="2025-10-03T09:13:53.403" v="559" actId="47"/>
        <pc:sldMkLst>
          <pc:docMk/>
          <pc:sldMk cId="0" sldId="352"/>
        </pc:sldMkLst>
      </pc:sldChg>
      <pc:sldChg chg="del">
        <pc:chgData name="Porus P Jain" userId="426241ab-ce3a-418a-a669-bb9355426681" providerId="ADAL" clId="{4EC4D577-24F8-4B3D-BECB-00124DE607DF}" dt="2025-10-03T09:14:00.239" v="560" actId="47"/>
        <pc:sldMkLst>
          <pc:docMk/>
          <pc:sldMk cId="0" sldId="353"/>
        </pc:sldMkLst>
      </pc:sldChg>
      <pc:sldChg chg="del">
        <pc:chgData name="Porus P Jain" userId="426241ab-ce3a-418a-a669-bb9355426681" providerId="ADAL" clId="{4EC4D577-24F8-4B3D-BECB-00124DE607DF}" dt="2025-10-03T09:23:56.966" v="565" actId="47"/>
        <pc:sldMkLst>
          <pc:docMk/>
          <pc:sldMk cId="0" sldId="357"/>
        </pc:sldMkLst>
      </pc:sldChg>
      <pc:sldChg chg="del">
        <pc:chgData name="Porus P Jain" userId="426241ab-ce3a-418a-a669-bb9355426681" providerId="ADAL" clId="{4EC4D577-24F8-4B3D-BECB-00124DE607DF}" dt="2025-10-03T09:23:57.575" v="566" actId="47"/>
        <pc:sldMkLst>
          <pc:docMk/>
          <pc:sldMk cId="0" sldId="358"/>
        </pc:sldMkLst>
      </pc:sldChg>
      <pc:sldChg chg="del">
        <pc:chgData name="Porus P Jain" userId="426241ab-ce3a-418a-a669-bb9355426681" providerId="ADAL" clId="{4EC4D577-24F8-4B3D-BECB-00124DE607DF}" dt="2025-10-03T09:23:59.199" v="567" actId="47"/>
        <pc:sldMkLst>
          <pc:docMk/>
          <pc:sldMk cId="0" sldId="359"/>
        </pc:sldMkLst>
      </pc:sldChg>
      <pc:sldChg chg="del">
        <pc:chgData name="Porus P Jain" userId="426241ab-ce3a-418a-a669-bb9355426681" providerId="ADAL" clId="{4EC4D577-24F8-4B3D-BECB-00124DE607DF}" dt="2025-10-02T09:24:15.840" v="9" actId="47"/>
        <pc:sldMkLst>
          <pc:docMk/>
          <pc:sldMk cId="0" sldId="366"/>
        </pc:sldMkLst>
      </pc:sldChg>
      <pc:sldChg chg="del">
        <pc:chgData name="Porus P Jain" userId="426241ab-ce3a-418a-a669-bb9355426681" providerId="ADAL" clId="{4EC4D577-24F8-4B3D-BECB-00124DE607DF}" dt="2025-10-02T09:24:16.529" v="10" actId="47"/>
        <pc:sldMkLst>
          <pc:docMk/>
          <pc:sldMk cId="0" sldId="367"/>
        </pc:sldMkLst>
      </pc:sldChg>
      <pc:sldChg chg="del">
        <pc:chgData name="Porus P Jain" userId="426241ab-ce3a-418a-a669-bb9355426681" providerId="ADAL" clId="{4EC4D577-24F8-4B3D-BECB-00124DE607DF}" dt="2025-10-02T09:24:17.034" v="11" actId="47"/>
        <pc:sldMkLst>
          <pc:docMk/>
          <pc:sldMk cId="0" sldId="368"/>
        </pc:sldMkLst>
      </pc:sldChg>
      <pc:sldChg chg="del">
        <pc:chgData name="Porus P Jain" userId="426241ab-ce3a-418a-a669-bb9355426681" providerId="ADAL" clId="{4EC4D577-24F8-4B3D-BECB-00124DE607DF}" dt="2025-10-02T09:24:17.476" v="12" actId="47"/>
        <pc:sldMkLst>
          <pc:docMk/>
          <pc:sldMk cId="0" sldId="369"/>
        </pc:sldMkLst>
      </pc:sldChg>
      <pc:sldChg chg="del">
        <pc:chgData name="Porus P Jain" userId="426241ab-ce3a-418a-a669-bb9355426681" providerId="ADAL" clId="{4EC4D577-24F8-4B3D-BECB-00124DE607DF}" dt="2025-10-02T09:24:19.003" v="13" actId="47"/>
        <pc:sldMkLst>
          <pc:docMk/>
          <pc:sldMk cId="0" sldId="370"/>
        </pc:sldMkLst>
      </pc:sldChg>
      <pc:sldChg chg="del">
        <pc:chgData name="Porus P Jain" userId="426241ab-ce3a-418a-a669-bb9355426681" providerId="ADAL" clId="{4EC4D577-24F8-4B3D-BECB-00124DE607DF}" dt="2025-10-03T05:15:24.799" v="548" actId="2696"/>
        <pc:sldMkLst>
          <pc:docMk/>
          <pc:sldMk cId="2032796416" sldId="373"/>
        </pc:sldMkLst>
      </pc:sldChg>
      <pc:sldChg chg="add">
        <pc:chgData name="Porus P Jain" userId="426241ab-ce3a-418a-a669-bb9355426681" providerId="ADAL" clId="{4EC4D577-24F8-4B3D-BECB-00124DE607DF}" dt="2025-10-03T05:15:28.928" v="549"/>
        <pc:sldMkLst>
          <pc:docMk/>
          <pc:sldMk cId="3932403705" sldId="373"/>
        </pc:sldMkLst>
      </pc:sldChg>
      <pc:sldChg chg="add">
        <pc:chgData name="Porus P Jain" userId="426241ab-ce3a-418a-a669-bb9355426681" providerId="ADAL" clId="{4EC4D577-24F8-4B3D-BECB-00124DE607DF}" dt="2025-10-03T05:15:28.928" v="549"/>
        <pc:sldMkLst>
          <pc:docMk/>
          <pc:sldMk cId="1025911897" sldId="374"/>
        </pc:sldMkLst>
      </pc:sldChg>
      <pc:sldChg chg="del">
        <pc:chgData name="Porus P Jain" userId="426241ab-ce3a-418a-a669-bb9355426681" providerId="ADAL" clId="{4EC4D577-24F8-4B3D-BECB-00124DE607DF}" dt="2025-10-03T05:15:24.799" v="548" actId="2696"/>
        <pc:sldMkLst>
          <pc:docMk/>
          <pc:sldMk cId="1597614065" sldId="374"/>
        </pc:sldMkLst>
      </pc:sldChg>
      <pc:sldChg chg="del">
        <pc:chgData name="Porus P Jain" userId="426241ab-ce3a-418a-a669-bb9355426681" providerId="ADAL" clId="{4EC4D577-24F8-4B3D-BECB-00124DE607DF}" dt="2025-10-03T05:15:24.799" v="548" actId="2696"/>
        <pc:sldMkLst>
          <pc:docMk/>
          <pc:sldMk cId="198904359" sldId="375"/>
        </pc:sldMkLst>
      </pc:sldChg>
      <pc:sldChg chg="add">
        <pc:chgData name="Porus P Jain" userId="426241ab-ce3a-418a-a669-bb9355426681" providerId="ADAL" clId="{4EC4D577-24F8-4B3D-BECB-00124DE607DF}" dt="2025-10-03T05:15:28.928" v="549"/>
        <pc:sldMkLst>
          <pc:docMk/>
          <pc:sldMk cId="743965873" sldId="375"/>
        </pc:sldMkLst>
      </pc:sldChg>
      <pc:sldChg chg="del">
        <pc:chgData name="Porus P Jain" userId="426241ab-ce3a-418a-a669-bb9355426681" providerId="ADAL" clId="{4EC4D577-24F8-4B3D-BECB-00124DE607DF}" dt="2025-10-03T05:15:24.799" v="548" actId="2696"/>
        <pc:sldMkLst>
          <pc:docMk/>
          <pc:sldMk cId="613037836" sldId="376"/>
        </pc:sldMkLst>
      </pc:sldChg>
      <pc:sldChg chg="add">
        <pc:chgData name="Porus P Jain" userId="426241ab-ce3a-418a-a669-bb9355426681" providerId="ADAL" clId="{4EC4D577-24F8-4B3D-BECB-00124DE607DF}" dt="2025-10-03T05:15:28.928" v="549"/>
        <pc:sldMkLst>
          <pc:docMk/>
          <pc:sldMk cId="3030338338" sldId="376"/>
        </pc:sldMkLst>
      </pc:sldChg>
      <pc:sldChg chg="del">
        <pc:chgData name="Porus P Jain" userId="426241ab-ce3a-418a-a669-bb9355426681" providerId="ADAL" clId="{4EC4D577-24F8-4B3D-BECB-00124DE607DF}" dt="2025-10-03T05:15:24.799" v="548" actId="2696"/>
        <pc:sldMkLst>
          <pc:docMk/>
          <pc:sldMk cId="1199633970" sldId="377"/>
        </pc:sldMkLst>
      </pc:sldChg>
      <pc:sldChg chg="add">
        <pc:chgData name="Porus P Jain" userId="426241ab-ce3a-418a-a669-bb9355426681" providerId="ADAL" clId="{4EC4D577-24F8-4B3D-BECB-00124DE607DF}" dt="2025-10-03T05:15:28.928" v="549"/>
        <pc:sldMkLst>
          <pc:docMk/>
          <pc:sldMk cId="4236925950" sldId="377"/>
        </pc:sldMkLst>
      </pc:sldChg>
      <pc:sldChg chg="del">
        <pc:chgData name="Porus P Jain" userId="426241ab-ce3a-418a-a669-bb9355426681" providerId="ADAL" clId="{4EC4D577-24F8-4B3D-BECB-00124DE607DF}" dt="2025-10-02T09:24:19.714" v="14" actId="47"/>
        <pc:sldMkLst>
          <pc:docMk/>
          <pc:sldMk cId="1439790155" sldId="382"/>
        </pc:sldMkLst>
      </pc:sldChg>
      <pc:sldChg chg="add">
        <pc:chgData name="Porus P Jain" userId="426241ab-ce3a-418a-a669-bb9355426681" providerId="ADAL" clId="{4EC4D577-24F8-4B3D-BECB-00124DE607DF}" dt="2025-10-03T05:15:28.928" v="549"/>
        <pc:sldMkLst>
          <pc:docMk/>
          <pc:sldMk cId="45067732" sldId="386"/>
        </pc:sldMkLst>
      </pc:sldChg>
      <pc:sldChg chg="delSp modSp del mod">
        <pc:chgData name="Porus P Jain" userId="426241ab-ce3a-418a-a669-bb9355426681" providerId="ADAL" clId="{4EC4D577-24F8-4B3D-BECB-00124DE607DF}" dt="2025-10-03T05:15:24.799" v="548" actId="2696"/>
        <pc:sldMkLst>
          <pc:docMk/>
          <pc:sldMk cId="3072974036" sldId="386"/>
        </pc:sldMkLst>
        <pc:spChg chg="del">
          <ac:chgData name="Porus P Jain" userId="426241ab-ce3a-418a-a669-bb9355426681" providerId="ADAL" clId="{4EC4D577-24F8-4B3D-BECB-00124DE607DF}" dt="2025-10-02T09:15:54.251" v="4" actId="478"/>
          <ac:spMkLst>
            <pc:docMk/>
            <pc:sldMk cId="3072974036" sldId="386"/>
            <ac:spMk id="6" creationId="{AB788BC7-BD06-560C-92CB-088BB538FAE3}"/>
          </ac:spMkLst>
        </pc:spChg>
        <pc:picChg chg="mod">
          <ac:chgData name="Porus P Jain" userId="426241ab-ce3a-418a-a669-bb9355426681" providerId="ADAL" clId="{4EC4D577-24F8-4B3D-BECB-00124DE607DF}" dt="2025-10-02T09:15:57.703" v="5" actId="1076"/>
          <ac:picMkLst>
            <pc:docMk/>
            <pc:sldMk cId="3072974036" sldId="386"/>
            <ac:picMk id="95235" creationId="{37414F8F-7159-ACFF-20CF-E622E12462C0}"/>
          </ac:picMkLst>
        </pc:picChg>
      </pc:sldChg>
      <pc:sldChg chg="add del">
        <pc:chgData name="Porus P Jain" userId="426241ab-ce3a-418a-a669-bb9355426681" providerId="ADAL" clId="{4EC4D577-24F8-4B3D-BECB-00124DE607DF}" dt="2025-10-03T10:42:49.423" v="1598" actId="47"/>
        <pc:sldMkLst>
          <pc:docMk/>
          <pc:sldMk cId="2674691802" sldId="1071"/>
        </pc:sldMkLst>
      </pc:sldChg>
      <pc:sldChg chg="add del">
        <pc:chgData name="Porus P Jain" userId="426241ab-ce3a-418a-a669-bb9355426681" providerId="ADAL" clId="{4EC4D577-24F8-4B3D-BECB-00124DE607DF}" dt="2025-10-03T10:42:41.385" v="1597" actId="47"/>
        <pc:sldMkLst>
          <pc:docMk/>
          <pc:sldMk cId="1355854404" sldId="1124"/>
        </pc:sldMkLst>
      </pc:sldChg>
      <pc:sldChg chg="add">
        <pc:chgData name="Porus P Jain" userId="426241ab-ce3a-418a-a669-bb9355426681" providerId="ADAL" clId="{4EC4D577-24F8-4B3D-BECB-00124DE607DF}" dt="2025-10-03T10:42:11.321" v="1596"/>
        <pc:sldMkLst>
          <pc:docMk/>
          <pc:sldMk cId="2148066592" sldId="5987"/>
        </pc:sldMkLst>
      </pc:sldChg>
      <pc:sldChg chg="add">
        <pc:chgData name="Porus P Jain" userId="426241ab-ce3a-418a-a669-bb9355426681" providerId="ADAL" clId="{4EC4D577-24F8-4B3D-BECB-00124DE607DF}" dt="2025-10-03T10:42:11.321" v="1596"/>
        <pc:sldMkLst>
          <pc:docMk/>
          <pc:sldMk cId="4006338570" sldId="5993"/>
        </pc:sldMkLst>
      </pc:sldChg>
      <pc:sldChg chg="add">
        <pc:chgData name="Porus P Jain" userId="426241ab-ce3a-418a-a669-bb9355426681" providerId="ADAL" clId="{4EC4D577-24F8-4B3D-BECB-00124DE607DF}" dt="2025-10-03T10:42:11.321" v="1596"/>
        <pc:sldMkLst>
          <pc:docMk/>
          <pc:sldMk cId="3831660665" sldId="6017"/>
        </pc:sldMkLst>
      </pc:sldChg>
      <pc:sldChg chg="add">
        <pc:chgData name="Porus P Jain" userId="426241ab-ce3a-418a-a669-bb9355426681" providerId="ADAL" clId="{4EC4D577-24F8-4B3D-BECB-00124DE607DF}" dt="2025-10-03T10:42:11.321" v="1596"/>
        <pc:sldMkLst>
          <pc:docMk/>
          <pc:sldMk cId="56598862" sldId="6018"/>
        </pc:sldMkLst>
      </pc:sldChg>
      <pc:sldChg chg="add">
        <pc:chgData name="Porus P Jain" userId="426241ab-ce3a-418a-a669-bb9355426681" providerId="ADAL" clId="{4EC4D577-24F8-4B3D-BECB-00124DE607DF}" dt="2025-10-03T10:42:11.321" v="1596"/>
        <pc:sldMkLst>
          <pc:docMk/>
          <pc:sldMk cId="3703837385" sldId="6019"/>
        </pc:sldMkLst>
      </pc:sldChg>
      <pc:sldChg chg="add">
        <pc:chgData name="Porus P Jain" userId="426241ab-ce3a-418a-a669-bb9355426681" providerId="ADAL" clId="{4EC4D577-24F8-4B3D-BECB-00124DE607DF}" dt="2025-10-03T10:42:11.321" v="1596"/>
        <pc:sldMkLst>
          <pc:docMk/>
          <pc:sldMk cId="636723040" sldId="6023"/>
        </pc:sldMkLst>
      </pc:sldChg>
      <pc:sldChg chg="add">
        <pc:chgData name="Porus P Jain" userId="426241ab-ce3a-418a-a669-bb9355426681" providerId="ADAL" clId="{4EC4D577-24F8-4B3D-BECB-00124DE607DF}" dt="2025-10-03T10:42:11.321" v="1596"/>
        <pc:sldMkLst>
          <pc:docMk/>
          <pc:sldMk cId="2653737877" sldId="6024"/>
        </pc:sldMkLst>
      </pc:sldChg>
      <pc:sldChg chg="add">
        <pc:chgData name="Porus P Jain" userId="426241ab-ce3a-418a-a669-bb9355426681" providerId="ADAL" clId="{4EC4D577-24F8-4B3D-BECB-00124DE607DF}" dt="2025-10-03T10:42:11.321" v="1596"/>
        <pc:sldMkLst>
          <pc:docMk/>
          <pc:sldMk cId="939738045" sldId="6025"/>
        </pc:sldMkLst>
      </pc:sldChg>
      <pc:sldChg chg="add">
        <pc:chgData name="Porus P Jain" userId="426241ab-ce3a-418a-a669-bb9355426681" providerId="ADAL" clId="{4EC4D577-24F8-4B3D-BECB-00124DE607DF}" dt="2025-10-03T10:42:11.321" v="1596"/>
        <pc:sldMkLst>
          <pc:docMk/>
          <pc:sldMk cId="4113491957" sldId="6027"/>
        </pc:sldMkLst>
      </pc:sldChg>
      <pc:sldChg chg="add">
        <pc:chgData name="Porus P Jain" userId="426241ab-ce3a-418a-a669-bb9355426681" providerId="ADAL" clId="{4EC4D577-24F8-4B3D-BECB-00124DE607DF}" dt="2025-10-03T10:42:11.321" v="1596"/>
        <pc:sldMkLst>
          <pc:docMk/>
          <pc:sldMk cId="882491929" sldId="6028"/>
        </pc:sldMkLst>
      </pc:sldChg>
      <pc:sldChg chg="add">
        <pc:chgData name="Porus P Jain" userId="426241ab-ce3a-418a-a669-bb9355426681" providerId="ADAL" clId="{4EC4D577-24F8-4B3D-BECB-00124DE607DF}" dt="2025-10-03T10:42:11.321" v="1596"/>
        <pc:sldMkLst>
          <pc:docMk/>
          <pc:sldMk cId="2750019430" sldId="6029"/>
        </pc:sldMkLst>
      </pc:sldChg>
      <pc:sldChg chg="add">
        <pc:chgData name="Porus P Jain" userId="426241ab-ce3a-418a-a669-bb9355426681" providerId="ADAL" clId="{4EC4D577-24F8-4B3D-BECB-00124DE607DF}" dt="2025-10-03T10:42:11.321" v="1596"/>
        <pc:sldMkLst>
          <pc:docMk/>
          <pc:sldMk cId="1575563361" sldId="6030"/>
        </pc:sldMkLst>
      </pc:sldChg>
      <pc:sldChg chg="del">
        <pc:chgData name="Porus P Jain" userId="426241ab-ce3a-418a-a669-bb9355426681" providerId="ADAL" clId="{4EC4D577-24F8-4B3D-BECB-00124DE607DF}" dt="2025-10-03T05:16:18.108" v="555" actId="47"/>
        <pc:sldMkLst>
          <pc:docMk/>
          <pc:sldMk cId="2041097083" sldId="6384"/>
        </pc:sldMkLst>
      </pc:sldChg>
      <pc:sldChg chg="add">
        <pc:chgData name="Porus P Jain" userId="426241ab-ce3a-418a-a669-bb9355426681" providerId="ADAL" clId="{4EC4D577-24F8-4B3D-BECB-00124DE607DF}" dt="2025-10-03T06:35:58.991" v="558"/>
        <pc:sldMkLst>
          <pc:docMk/>
          <pc:sldMk cId="3847125473" sldId="2147375253"/>
        </pc:sldMkLst>
      </pc:sldChg>
      <pc:sldChg chg="del">
        <pc:chgData name="Porus P Jain" userId="426241ab-ce3a-418a-a669-bb9355426681" providerId="ADAL" clId="{4EC4D577-24F8-4B3D-BECB-00124DE607DF}" dt="2025-10-03T05:16:14.108" v="554" actId="47"/>
        <pc:sldMkLst>
          <pc:docMk/>
          <pc:sldMk cId="2777274147" sldId="2147376460"/>
        </pc:sldMkLst>
      </pc:sldChg>
      <pc:sldChg chg="addSp modSp add del mod">
        <pc:chgData name="Porus P Jain" userId="426241ab-ce3a-418a-a669-bb9355426681" providerId="ADAL" clId="{4EC4D577-24F8-4B3D-BECB-00124DE607DF}" dt="2025-10-03T10:27:23.922" v="1497" actId="14100"/>
        <pc:sldMkLst>
          <pc:docMk/>
          <pc:sldMk cId="348964950" sldId="2147376467"/>
        </pc:sldMkLst>
        <pc:graphicFrameChg chg="mod">
          <ac:chgData name="Porus P Jain" userId="426241ab-ce3a-418a-a669-bb9355426681" providerId="ADAL" clId="{4EC4D577-24F8-4B3D-BECB-00124DE607DF}" dt="2025-10-03T10:27:23.922" v="1497" actId="14100"/>
          <ac:graphicFrameMkLst>
            <pc:docMk/>
            <pc:sldMk cId="348964950" sldId="2147376467"/>
            <ac:graphicFrameMk id="2" creationId="{9745ABE4-0280-C53A-E6D0-A2CD8D35416F}"/>
          </ac:graphicFrameMkLst>
        </pc:graphicFrameChg>
        <pc:graphicFrameChg chg="add mod modGraphic">
          <ac:chgData name="Porus P Jain" userId="426241ab-ce3a-418a-a669-bb9355426681" providerId="ADAL" clId="{4EC4D577-24F8-4B3D-BECB-00124DE607DF}" dt="2025-10-03T10:26:23.325" v="1492" actId="20577"/>
          <ac:graphicFrameMkLst>
            <pc:docMk/>
            <pc:sldMk cId="348964950" sldId="2147376467"/>
            <ac:graphicFrameMk id="7" creationId="{A2914A61-20D8-1580-8021-A96558E0666F}"/>
          </ac:graphicFrameMkLst>
        </pc:graphicFrameChg>
      </pc:sldChg>
      <pc:sldChg chg="del">
        <pc:chgData name="Porus P Jain" userId="426241ab-ce3a-418a-a669-bb9355426681" providerId="ADAL" clId="{4EC4D577-24F8-4B3D-BECB-00124DE607DF}" dt="2025-10-03T05:15:00.337" v="546" actId="47"/>
        <pc:sldMkLst>
          <pc:docMk/>
          <pc:sldMk cId="2815058885" sldId="2147376468"/>
        </pc:sldMkLst>
      </pc:sldChg>
      <pc:sldChg chg="del">
        <pc:chgData name="Porus P Jain" userId="426241ab-ce3a-418a-a669-bb9355426681" providerId="ADAL" clId="{4EC4D577-24F8-4B3D-BECB-00124DE607DF}" dt="2025-10-03T05:14:54.709" v="544" actId="47"/>
        <pc:sldMkLst>
          <pc:docMk/>
          <pc:sldMk cId="494368086" sldId="2147376472"/>
        </pc:sldMkLst>
      </pc:sldChg>
      <pc:sldChg chg="del">
        <pc:chgData name="Porus P Jain" userId="426241ab-ce3a-418a-a669-bb9355426681" providerId="ADAL" clId="{4EC4D577-24F8-4B3D-BECB-00124DE607DF}" dt="2025-10-03T12:29:38.159" v="2020" actId="47"/>
        <pc:sldMkLst>
          <pc:docMk/>
          <pc:sldMk cId="2824537222" sldId="2147376473"/>
        </pc:sldMkLst>
      </pc:sldChg>
      <pc:sldChg chg="del">
        <pc:chgData name="Porus P Jain" userId="426241ab-ce3a-418a-a669-bb9355426681" providerId="ADAL" clId="{4EC4D577-24F8-4B3D-BECB-00124DE607DF}" dt="2025-10-03T05:15:13.877" v="547" actId="47"/>
        <pc:sldMkLst>
          <pc:docMk/>
          <pc:sldMk cId="4263981914" sldId="2147376478"/>
        </pc:sldMkLst>
      </pc:sldChg>
      <pc:sldChg chg="addSp delSp modSp mod">
        <pc:chgData name="Porus P Jain" userId="426241ab-ce3a-418a-a669-bb9355426681" providerId="ADAL" clId="{4EC4D577-24F8-4B3D-BECB-00124DE607DF}" dt="2025-10-03T12:38:50.340" v="2428" actId="12385"/>
        <pc:sldMkLst>
          <pc:docMk/>
          <pc:sldMk cId="835312398" sldId="2147376481"/>
        </pc:sldMkLst>
        <pc:spChg chg="del mod">
          <ac:chgData name="Porus P Jain" userId="426241ab-ce3a-418a-a669-bb9355426681" providerId="ADAL" clId="{4EC4D577-24F8-4B3D-BECB-00124DE607DF}" dt="2025-10-03T12:37:43.921" v="2362" actId="478"/>
          <ac:spMkLst>
            <pc:docMk/>
            <pc:sldMk cId="835312398" sldId="2147376481"/>
            <ac:spMk id="3" creationId="{D87CFED6-5A2F-0920-36AF-14E7D5A3F4B5}"/>
          </ac:spMkLst>
        </pc:spChg>
        <pc:graphicFrameChg chg="add mod modGraphic">
          <ac:chgData name="Porus P Jain" userId="426241ab-ce3a-418a-a669-bb9355426681" providerId="ADAL" clId="{4EC4D577-24F8-4B3D-BECB-00124DE607DF}" dt="2025-10-03T12:38:50.340" v="2428" actId="12385"/>
          <ac:graphicFrameMkLst>
            <pc:docMk/>
            <pc:sldMk cId="835312398" sldId="2147376481"/>
            <ac:graphicFrameMk id="2" creationId="{10252C57-5F64-6E94-F61B-F62500C8974D}"/>
          </ac:graphicFrameMkLst>
        </pc:graphicFrameChg>
      </pc:sldChg>
      <pc:sldChg chg="del">
        <pc:chgData name="Porus P Jain" userId="426241ab-ce3a-418a-a669-bb9355426681" providerId="ADAL" clId="{4EC4D577-24F8-4B3D-BECB-00124DE607DF}" dt="2025-10-03T12:29:38.159" v="2020" actId="47"/>
        <pc:sldMkLst>
          <pc:docMk/>
          <pc:sldMk cId="1624875901" sldId="2147376483"/>
        </pc:sldMkLst>
      </pc:sldChg>
      <pc:sldChg chg="del">
        <pc:chgData name="Porus P Jain" userId="426241ab-ce3a-418a-a669-bb9355426681" providerId="ADAL" clId="{4EC4D577-24F8-4B3D-BECB-00124DE607DF}" dt="2025-10-03T05:14:57.144" v="545" actId="47"/>
        <pc:sldMkLst>
          <pc:docMk/>
          <pc:sldMk cId="3651024671" sldId="2147376485"/>
        </pc:sldMkLst>
      </pc:sldChg>
      <pc:sldChg chg="del">
        <pc:chgData name="Porus P Jain" userId="426241ab-ce3a-418a-a669-bb9355426681" providerId="ADAL" clId="{4EC4D577-24F8-4B3D-BECB-00124DE607DF}" dt="2025-10-02T09:32:46.255" v="16" actId="2696"/>
        <pc:sldMkLst>
          <pc:docMk/>
          <pc:sldMk cId="195081137" sldId="2147376616"/>
        </pc:sldMkLst>
      </pc:sldChg>
      <pc:sldChg chg="add">
        <pc:chgData name="Porus P Jain" userId="426241ab-ce3a-418a-a669-bb9355426681" providerId="ADAL" clId="{4EC4D577-24F8-4B3D-BECB-00124DE607DF}" dt="2025-10-02T09:32:51.974" v="18"/>
        <pc:sldMkLst>
          <pc:docMk/>
          <pc:sldMk cId="868359500" sldId="2147376616"/>
        </pc:sldMkLst>
      </pc:sldChg>
      <pc:sldChg chg="del">
        <pc:chgData name="Porus P Jain" userId="426241ab-ce3a-418a-a669-bb9355426681" providerId="ADAL" clId="{4EC4D577-24F8-4B3D-BECB-00124DE607DF}" dt="2025-10-02T09:32:46.255" v="16" actId="2696"/>
        <pc:sldMkLst>
          <pc:docMk/>
          <pc:sldMk cId="222882548" sldId="2147376618"/>
        </pc:sldMkLst>
      </pc:sldChg>
      <pc:sldChg chg="delSp add mod">
        <pc:chgData name="Porus P Jain" userId="426241ab-ce3a-418a-a669-bb9355426681" providerId="ADAL" clId="{4EC4D577-24F8-4B3D-BECB-00124DE607DF}" dt="2025-10-02T09:35:03.941" v="19" actId="478"/>
        <pc:sldMkLst>
          <pc:docMk/>
          <pc:sldMk cId="890112677" sldId="2147376618"/>
        </pc:sldMkLst>
        <pc:spChg chg="del">
          <ac:chgData name="Porus P Jain" userId="426241ab-ce3a-418a-a669-bb9355426681" providerId="ADAL" clId="{4EC4D577-24F8-4B3D-BECB-00124DE607DF}" dt="2025-10-02T09:35:03.941" v="19" actId="478"/>
          <ac:spMkLst>
            <pc:docMk/>
            <pc:sldMk cId="890112677" sldId="2147376618"/>
            <ac:spMk id="2" creationId="{EF86888B-451A-DEF4-5178-7EE715291E40}"/>
          </ac:spMkLst>
        </pc:spChg>
      </pc:sldChg>
      <pc:sldChg chg="add">
        <pc:chgData name="Porus P Jain" userId="426241ab-ce3a-418a-a669-bb9355426681" providerId="ADAL" clId="{4EC4D577-24F8-4B3D-BECB-00124DE607DF}" dt="2025-10-02T09:32:51.974" v="18"/>
        <pc:sldMkLst>
          <pc:docMk/>
          <pc:sldMk cId="605794506" sldId="2147376622"/>
        </pc:sldMkLst>
      </pc:sldChg>
      <pc:sldChg chg="del">
        <pc:chgData name="Porus P Jain" userId="426241ab-ce3a-418a-a669-bb9355426681" providerId="ADAL" clId="{4EC4D577-24F8-4B3D-BECB-00124DE607DF}" dt="2025-10-02T09:32:46.255" v="16" actId="2696"/>
        <pc:sldMkLst>
          <pc:docMk/>
          <pc:sldMk cId="671220431" sldId="2147376622"/>
        </pc:sldMkLst>
      </pc:sldChg>
      <pc:sldChg chg="del">
        <pc:chgData name="Porus P Jain" userId="426241ab-ce3a-418a-a669-bb9355426681" providerId="ADAL" clId="{4EC4D577-24F8-4B3D-BECB-00124DE607DF}" dt="2025-10-02T09:32:46.255" v="16" actId="2696"/>
        <pc:sldMkLst>
          <pc:docMk/>
          <pc:sldMk cId="3839465103" sldId="2147376636"/>
        </pc:sldMkLst>
      </pc:sldChg>
      <pc:sldChg chg="add">
        <pc:chgData name="Porus P Jain" userId="426241ab-ce3a-418a-a669-bb9355426681" providerId="ADAL" clId="{4EC4D577-24F8-4B3D-BECB-00124DE607DF}" dt="2025-10-02T09:32:51.974" v="18"/>
        <pc:sldMkLst>
          <pc:docMk/>
          <pc:sldMk cId="3962231286" sldId="2147376636"/>
        </pc:sldMkLst>
      </pc:sldChg>
      <pc:sldChg chg="add">
        <pc:chgData name="Porus P Jain" userId="426241ab-ce3a-418a-a669-bb9355426681" providerId="ADAL" clId="{4EC4D577-24F8-4B3D-BECB-00124DE607DF}" dt="2025-10-02T09:32:51.974" v="18"/>
        <pc:sldMkLst>
          <pc:docMk/>
          <pc:sldMk cId="2538048442" sldId="2147376640"/>
        </pc:sldMkLst>
      </pc:sldChg>
      <pc:sldChg chg="del">
        <pc:chgData name="Porus P Jain" userId="426241ab-ce3a-418a-a669-bb9355426681" providerId="ADAL" clId="{4EC4D577-24F8-4B3D-BECB-00124DE607DF}" dt="2025-10-02T09:32:46.255" v="16" actId="2696"/>
        <pc:sldMkLst>
          <pc:docMk/>
          <pc:sldMk cId="3904791787" sldId="2147376640"/>
        </pc:sldMkLst>
      </pc:sldChg>
      <pc:sldChg chg="add">
        <pc:chgData name="Porus P Jain" userId="426241ab-ce3a-418a-a669-bb9355426681" providerId="ADAL" clId="{4EC4D577-24F8-4B3D-BECB-00124DE607DF}" dt="2025-10-02T09:32:51.974" v="18"/>
        <pc:sldMkLst>
          <pc:docMk/>
          <pc:sldMk cId="128607783" sldId="2147376643"/>
        </pc:sldMkLst>
      </pc:sldChg>
      <pc:sldChg chg="del">
        <pc:chgData name="Porus P Jain" userId="426241ab-ce3a-418a-a669-bb9355426681" providerId="ADAL" clId="{4EC4D577-24F8-4B3D-BECB-00124DE607DF}" dt="2025-10-02T09:32:46.255" v="16" actId="2696"/>
        <pc:sldMkLst>
          <pc:docMk/>
          <pc:sldMk cId="3708434273" sldId="2147376643"/>
        </pc:sldMkLst>
      </pc:sldChg>
      <pc:sldChg chg="del">
        <pc:chgData name="Porus P Jain" userId="426241ab-ce3a-418a-a669-bb9355426681" providerId="ADAL" clId="{4EC4D577-24F8-4B3D-BECB-00124DE607DF}" dt="2025-10-02T09:32:46.255" v="16" actId="2696"/>
        <pc:sldMkLst>
          <pc:docMk/>
          <pc:sldMk cId="65857030" sldId="2147376655"/>
        </pc:sldMkLst>
      </pc:sldChg>
      <pc:sldChg chg="add">
        <pc:chgData name="Porus P Jain" userId="426241ab-ce3a-418a-a669-bb9355426681" providerId="ADAL" clId="{4EC4D577-24F8-4B3D-BECB-00124DE607DF}" dt="2025-10-02T09:32:51.974" v="18"/>
        <pc:sldMkLst>
          <pc:docMk/>
          <pc:sldMk cId="1739485479" sldId="2147376655"/>
        </pc:sldMkLst>
      </pc:sldChg>
      <pc:sldChg chg="del">
        <pc:chgData name="Porus P Jain" userId="426241ab-ce3a-418a-a669-bb9355426681" providerId="ADAL" clId="{4EC4D577-24F8-4B3D-BECB-00124DE607DF}" dt="2025-10-02T09:32:46.255" v="16" actId="2696"/>
        <pc:sldMkLst>
          <pc:docMk/>
          <pc:sldMk cId="2786021414" sldId="2147376656"/>
        </pc:sldMkLst>
      </pc:sldChg>
      <pc:sldChg chg="add">
        <pc:chgData name="Porus P Jain" userId="426241ab-ce3a-418a-a669-bb9355426681" providerId="ADAL" clId="{4EC4D577-24F8-4B3D-BECB-00124DE607DF}" dt="2025-10-02T09:32:51.974" v="18"/>
        <pc:sldMkLst>
          <pc:docMk/>
          <pc:sldMk cId="3081431739" sldId="2147376656"/>
        </pc:sldMkLst>
      </pc:sldChg>
      <pc:sldChg chg="add del">
        <pc:chgData name="Porus P Jain" userId="426241ab-ce3a-418a-a669-bb9355426681" providerId="ADAL" clId="{4EC4D577-24F8-4B3D-BECB-00124DE607DF}" dt="2025-10-03T09:26:43.743" v="667" actId="47"/>
        <pc:sldMkLst>
          <pc:docMk/>
          <pc:sldMk cId="2732480493" sldId="2147376658"/>
        </pc:sldMkLst>
      </pc:sldChg>
      <pc:sldChg chg="del">
        <pc:chgData name="Porus P Jain" userId="426241ab-ce3a-418a-a669-bb9355426681" providerId="ADAL" clId="{4EC4D577-24F8-4B3D-BECB-00124DE607DF}" dt="2025-10-02T09:32:46.255" v="16" actId="2696"/>
        <pc:sldMkLst>
          <pc:docMk/>
          <pc:sldMk cId="4029654949" sldId="2147376658"/>
        </pc:sldMkLst>
      </pc:sldChg>
      <pc:sldChg chg="del">
        <pc:chgData name="Porus P Jain" userId="426241ab-ce3a-418a-a669-bb9355426681" providerId="ADAL" clId="{4EC4D577-24F8-4B3D-BECB-00124DE607DF}" dt="2025-10-02T09:32:46.255" v="16" actId="2696"/>
        <pc:sldMkLst>
          <pc:docMk/>
          <pc:sldMk cId="498396269" sldId="2147376688"/>
        </pc:sldMkLst>
      </pc:sldChg>
      <pc:sldChg chg="add">
        <pc:chgData name="Porus P Jain" userId="426241ab-ce3a-418a-a669-bb9355426681" providerId="ADAL" clId="{4EC4D577-24F8-4B3D-BECB-00124DE607DF}" dt="2025-10-02T09:32:51.974" v="18"/>
        <pc:sldMkLst>
          <pc:docMk/>
          <pc:sldMk cId="3895983287" sldId="2147376688"/>
        </pc:sldMkLst>
      </pc:sldChg>
      <pc:sldChg chg="del">
        <pc:chgData name="Porus P Jain" userId="426241ab-ce3a-418a-a669-bb9355426681" providerId="ADAL" clId="{4EC4D577-24F8-4B3D-BECB-00124DE607DF}" dt="2025-10-02T09:32:46.255" v="16" actId="2696"/>
        <pc:sldMkLst>
          <pc:docMk/>
          <pc:sldMk cId="445574673" sldId="2147376691"/>
        </pc:sldMkLst>
      </pc:sldChg>
      <pc:sldChg chg="add">
        <pc:chgData name="Porus P Jain" userId="426241ab-ce3a-418a-a669-bb9355426681" providerId="ADAL" clId="{4EC4D577-24F8-4B3D-BECB-00124DE607DF}" dt="2025-10-02T09:32:51.974" v="18"/>
        <pc:sldMkLst>
          <pc:docMk/>
          <pc:sldMk cId="1282683142" sldId="2147376691"/>
        </pc:sldMkLst>
      </pc:sldChg>
      <pc:sldChg chg="add">
        <pc:chgData name="Porus P Jain" userId="426241ab-ce3a-418a-a669-bb9355426681" providerId="ADAL" clId="{4EC4D577-24F8-4B3D-BECB-00124DE607DF}" dt="2025-10-02T09:32:51.974" v="18"/>
        <pc:sldMkLst>
          <pc:docMk/>
          <pc:sldMk cId="3354729651" sldId="2147376700"/>
        </pc:sldMkLst>
      </pc:sldChg>
      <pc:sldChg chg="del">
        <pc:chgData name="Porus P Jain" userId="426241ab-ce3a-418a-a669-bb9355426681" providerId="ADAL" clId="{4EC4D577-24F8-4B3D-BECB-00124DE607DF}" dt="2025-10-02T09:32:46.255" v="16" actId="2696"/>
        <pc:sldMkLst>
          <pc:docMk/>
          <pc:sldMk cId="3513676417" sldId="2147376700"/>
        </pc:sldMkLst>
      </pc:sldChg>
      <pc:sldChg chg="add">
        <pc:chgData name="Porus P Jain" userId="426241ab-ce3a-418a-a669-bb9355426681" providerId="ADAL" clId="{4EC4D577-24F8-4B3D-BECB-00124DE607DF}" dt="2025-10-02T09:32:51.974" v="18"/>
        <pc:sldMkLst>
          <pc:docMk/>
          <pc:sldMk cId="360043898" sldId="2147376702"/>
        </pc:sldMkLst>
      </pc:sldChg>
      <pc:sldChg chg="del">
        <pc:chgData name="Porus P Jain" userId="426241ab-ce3a-418a-a669-bb9355426681" providerId="ADAL" clId="{4EC4D577-24F8-4B3D-BECB-00124DE607DF}" dt="2025-10-02T09:32:46.255" v="16" actId="2696"/>
        <pc:sldMkLst>
          <pc:docMk/>
          <pc:sldMk cId="855179329" sldId="2147376702"/>
        </pc:sldMkLst>
      </pc:sldChg>
      <pc:sldChg chg="del">
        <pc:chgData name="Porus P Jain" userId="426241ab-ce3a-418a-a669-bb9355426681" providerId="ADAL" clId="{4EC4D577-24F8-4B3D-BECB-00124DE607DF}" dt="2025-10-02T09:12:04.357" v="2" actId="47"/>
        <pc:sldMkLst>
          <pc:docMk/>
          <pc:sldMk cId="4076976967" sldId="2147376719"/>
        </pc:sldMkLst>
      </pc:sldChg>
      <pc:sldChg chg="modSp add mod">
        <pc:chgData name="Porus P Jain" userId="426241ab-ce3a-418a-a669-bb9355426681" providerId="ADAL" clId="{4EC4D577-24F8-4B3D-BECB-00124DE607DF}" dt="2025-10-03T09:26:20.701" v="666" actId="20577"/>
        <pc:sldMkLst>
          <pc:docMk/>
          <pc:sldMk cId="1436378491" sldId="2147376733"/>
        </pc:sldMkLst>
        <pc:graphicFrameChg chg="mod modGraphic">
          <ac:chgData name="Porus P Jain" userId="426241ab-ce3a-418a-a669-bb9355426681" providerId="ADAL" clId="{4EC4D577-24F8-4B3D-BECB-00124DE607DF}" dt="2025-10-03T09:26:20.701" v="666" actId="20577"/>
          <ac:graphicFrameMkLst>
            <pc:docMk/>
            <pc:sldMk cId="1436378491" sldId="2147376733"/>
            <ac:graphicFrameMk id="4" creationId="{A39D0748-5725-5FA3-4CAA-288C7FFC46F3}"/>
          </ac:graphicFrameMkLst>
        </pc:graphicFrameChg>
      </pc:sldChg>
      <pc:sldChg chg="del">
        <pc:chgData name="Porus P Jain" userId="426241ab-ce3a-418a-a669-bb9355426681" providerId="ADAL" clId="{4EC4D577-24F8-4B3D-BECB-00124DE607DF}" dt="2025-10-02T09:32:46.255" v="16" actId="2696"/>
        <pc:sldMkLst>
          <pc:docMk/>
          <pc:sldMk cId="4028222737" sldId="2147376733"/>
        </pc:sldMkLst>
      </pc:sldChg>
      <pc:sldChg chg="add">
        <pc:chgData name="Porus P Jain" userId="426241ab-ce3a-418a-a669-bb9355426681" providerId="ADAL" clId="{4EC4D577-24F8-4B3D-BECB-00124DE607DF}" dt="2025-10-02T09:32:51.974" v="18"/>
        <pc:sldMkLst>
          <pc:docMk/>
          <pc:sldMk cId="71105731" sldId="2147376806"/>
        </pc:sldMkLst>
      </pc:sldChg>
      <pc:sldChg chg="del">
        <pc:chgData name="Porus P Jain" userId="426241ab-ce3a-418a-a669-bb9355426681" providerId="ADAL" clId="{4EC4D577-24F8-4B3D-BECB-00124DE607DF}" dt="2025-10-02T09:32:46.255" v="16" actId="2696"/>
        <pc:sldMkLst>
          <pc:docMk/>
          <pc:sldMk cId="4002326900" sldId="2147376806"/>
        </pc:sldMkLst>
      </pc:sldChg>
      <pc:sldChg chg="del">
        <pc:chgData name="Porus P Jain" userId="426241ab-ce3a-418a-a669-bb9355426681" providerId="ADAL" clId="{4EC4D577-24F8-4B3D-BECB-00124DE607DF}" dt="2025-10-02T09:32:46.255" v="16" actId="2696"/>
        <pc:sldMkLst>
          <pc:docMk/>
          <pc:sldMk cId="607141969" sldId="2147376810"/>
        </pc:sldMkLst>
      </pc:sldChg>
      <pc:sldChg chg="add">
        <pc:chgData name="Porus P Jain" userId="426241ab-ce3a-418a-a669-bb9355426681" providerId="ADAL" clId="{4EC4D577-24F8-4B3D-BECB-00124DE607DF}" dt="2025-10-02T09:32:51.974" v="18"/>
        <pc:sldMkLst>
          <pc:docMk/>
          <pc:sldMk cId="1582841482" sldId="2147376810"/>
        </pc:sldMkLst>
      </pc:sldChg>
      <pc:sldChg chg="modSp mod">
        <pc:chgData name="Porus P Jain" userId="426241ab-ce3a-418a-a669-bb9355426681" providerId="ADAL" clId="{4EC4D577-24F8-4B3D-BECB-00124DE607DF}" dt="2025-10-03T05:15:54.904" v="553" actId="20577"/>
        <pc:sldMkLst>
          <pc:docMk/>
          <pc:sldMk cId="2545190606" sldId="2147376811"/>
        </pc:sldMkLst>
        <pc:spChg chg="mod">
          <ac:chgData name="Porus P Jain" userId="426241ab-ce3a-418a-a669-bb9355426681" providerId="ADAL" clId="{4EC4D577-24F8-4B3D-BECB-00124DE607DF}" dt="2025-10-03T05:15:54.904" v="553" actId="20577"/>
          <ac:spMkLst>
            <pc:docMk/>
            <pc:sldMk cId="2545190606" sldId="2147376811"/>
            <ac:spMk id="4" creationId="{B9969ED9-584F-B0D3-7208-32BFFD134657}"/>
          </ac:spMkLst>
        </pc:spChg>
      </pc:sldChg>
      <pc:sldChg chg="addSp modSp mod">
        <pc:chgData name="Porus P Jain" userId="426241ab-ce3a-418a-a669-bb9355426681" providerId="ADAL" clId="{4EC4D577-24F8-4B3D-BECB-00124DE607DF}" dt="2025-10-03T12:33:41.713" v="2171" actId="1076"/>
        <pc:sldMkLst>
          <pc:docMk/>
          <pc:sldMk cId="0" sldId="2147376814"/>
        </pc:sldMkLst>
        <pc:spChg chg="add mod">
          <ac:chgData name="Porus P Jain" userId="426241ab-ce3a-418a-a669-bb9355426681" providerId="ADAL" clId="{4EC4D577-24F8-4B3D-BECB-00124DE607DF}" dt="2025-10-03T04:39:22.219" v="531"/>
          <ac:spMkLst>
            <pc:docMk/>
            <pc:sldMk cId="0" sldId="2147376814"/>
            <ac:spMk id="3" creationId="{CF0ED0A7-7850-4A6E-5A84-05F63965C8F5}"/>
          </ac:spMkLst>
        </pc:spChg>
        <pc:spChg chg="add mod">
          <ac:chgData name="Porus P Jain" userId="426241ab-ce3a-418a-a669-bb9355426681" providerId="ADAL" clId="{4EC4D577-24F8-4B3D-BECB-00124DE607DF}" dt="2025-10-03T12:33:33.942" v="2170" actId="1076"/>
          <ac:spMkLst>
            <pc:docMk/>
            <pc:sldMk cId="0" sldId="2147376814"/>
            <ac:spMk id="4" creationId="{D01F5205-215E-97B0-7A56-7D62978A3815}"/>
          </ac:spMkLst>
        </pc:spChg>
        <pc:spChg chg="add mod">
          <ac:chgData name="Porus P Jain" userId="426241ab-ce3a-418a-a669-bb9355426681" providerId="ADAL" clId="{4EC4D577-24F8-4B3D-BECB-00124DE607DF}" dt="2025-10-03T12:33:33.942" v="2170" actId="1076"/>
          <ac:spMkLst>
            <pc:docMk/>
            <pc:sldMk cId="0" sldId="2147376814"/>
            <ac:spMk id="5" creationId="{8B52AF41-21D9-1DB1-F2AD-19723EFD5C9D}"/>
          </ac:spMkLst>
        </pc:spChg>
        <pc:spChg chg="add mod">
          <ac:chgData name="Porus P Jain" userId="426241ab-ce3a-418a-a669-bb9355426681" providerId="ADAL" clId="{4EC4D577-24F8-4B3D-BECB-00124DE607DF}" dt="2025-10-03T12:33:41.713" v="2171" actId="1076"/>
          <ac:spMkLst>
            <pc:docMk/>
            <pc:sldMk cId="0" sldId="2147376814"/>
            <ac:spMk id="6" creationId="{A2229CE2-A3A4-2352-434E-1C479A4DAAF1}"/>
          </ac:spMkLst>
        </pc:spChg>
        <pc:spChg chg="add mod">
          <ac:chgData name="Porus P Jain" userId="426241ab-ce3a-418a-a669-bb9355426681" providerId="ADAL" clId="{4EC4D577-24F8-4B3D-BECB-00124DE607DF}" dt="2025-10-03T12:33:41.713" v="2171" actId="1076"/>
          <ac:spMkLst>
            <pc:docMk/>
            <pc:sldMk cId="0" sldId="2147376814"/>
            <ac:spMk id="7" creationId="{3535A9A2-79BA-8721-79C8-C9C8BC740980}"/>
          </ac:spMkLst>
        </pc:spChg>
        <pc:spChg chg="mod">
          <ac:chgData name="Porus P Jain" userId="426241ab-ce3a-418a-a669-bb9355426681" providerId="ADAL" clId="{4EC4D577-24F8-4B3D-BECB-00124DE607DF}" dt="2025-10-02T09:24:01.691" v="8" actId="6549"/>
          <ac:spMkLst>
            <pc:docMk/>
            <pc:sldMk cId="0" sldId="2147376814"/>
            <ac:spMk id="9" creationId="{77677452-94F8-4F75-A4E8-4267BD082E9B}"/>
          </ac:spMkLst>
        </pc:spChg>
      </pc:sldChg>
      <pc:sldChg chg="del">
        <pc:chgData name="Porus P Jain" userId="426241ab-ce3a-418a-a669-bb9355426681" providerId="ADAL" clId="{4EC4D577-24F8-4B3D-BECB-00124DE607DF}" dt="2025-10-02T09:39:58.017" v="96" actId="47"/>
        <pc:sldMkLst>
          <pc:docMk/>
          <pc:sldMk cId="0" sldId="2147376820"/>
        </pc:sldMkLst>
      </pc:sldChg>
      <pc:sldChg chg="modSp">
        <pc:chgData name="Porus P Jain" userId="426241ab-ce3a-418a-a669-bb9355426681" providerId="ADAL" clId="{4EC4D577-24F8-4B3D-BECB-00124DE607DF}" dt="2025-10-03T10:27:10.644" v="1496" actId="113"/>
        <pc:sldMkLst>
          <pc:docMk/>
          <pc:sldMk cId="3870813615" sldId="2147376821"/>
        </pc:sldMkLst>
        <pc:graphicFrameChg chg="mod">
          <ac:chgData name="Porus P Jain" userId="426241ab-ce3a-418a-a669-bb9355426681" providerId="ADAL" clId="{4EC4D577-24F8-4B3D-BECB-00124DE607DF}" dt="2025-10-03T10:27:06.334" v="1495" actId="113"/>
          <ac:graphicFrameMkLst>
            <pc:docMk/>
            <pc:sldMk cId="3870813615" sldId="2147376821"/>
            <ac:graphicFrameMk id="8" creationId="{E018F86E-E396-3CD7-64E3-AF905AFE8A56}"/>
          </ac:graphicFrameMkLst>
        </pc:graphicFrameChg>
        <pc:graphicFrameChg chg="mod">
          <ac:chgData name="Porus P Jain" userId="426241ab-ce3a-418a-a669-bb9355426681" providerId="ADAL" clId="{4EC4D577-24F8-4B3D-BECB-00124DE607DF}" dt="2025-10-03T10:27:10.644" v="1496" actId="113"/>
          <ac:graphicFrameMkLst>
            <pc:docMk/>
            <pc:sldMk cId="3870813615" sldId="2147376821"/>
            <ac:graphicFrameMk id="9" creationId="{5CFEB9E4-E688-D683-98AF-34F756C7ACB0}"/>
          </ac:graphicFrameMkLst>
        </pc:graphicFrameChg>
      </pc:sldChg>
      <pc:sldChg chg="new del">
        <pc:chgData name="Porus P Jain" userId="426241ab-ce3a-418a-a669-bb9355426681" providerId="ADAL" clId="{4EC4D577-24F8-4B3D-BECB-00124DE607DF}" dt="2025-10-02T09:39:11.239" v="22" actId="47"/>
        <pc:sldMkLst>
          <pc:docMk/>
          <pc:sldMk cId="2272711344" sldId="2147376823"/>
        </pc:sldMkLst>
      </pc:sldChg>
      <pc:sldChg chg="addSp modSp add mod">
        <pc:chgData name="Porus P Jain" userId="426241ab-ce3a-418a-a669-bb9355426681" providerId="ADAL" clId="{4EC4D577-24F8-4B3D-BECB-00124DE607DF}" dt="2025-10-03T04:39:30.935" v="532"/>
        <pc:sldMkLst>
          <pc:docMk/>
          <pc:sldMk cId="1629128651" sldId="2147376824"/>
        </pc:sldMkLst>
        <pc:spChg chg="add mod">
          <ac:chgData name="Porus P Jain" userId="426241ab-ce3a-418a-a669-bb9355426681" providerId="ADAL" clId="{4EC4D577-24F8-4B3D-BECB-00124DE607DF}" dt="2025-10-03T04:39:30.935" v="532"/>
          <ac:spMkLst>
            <pc:docMk/>
            <pc:sldMk cId="1629128651" sldId="2147376824"/>
            <ac:spMk id="3" creationId="{3B9572C4-9880-19B9-7D90-22D61F5EA2EC}"/>
          </ac:spMkLst>
        </pc:spChg>
        <pc:spChg chg="mod">
          <ac:chgData name="Porus P Jain" userId="426241ab-ce3a-418a-a669-bb9355426681" providerId="ADAL" clId="{4EC4D577-24F8-4B3D-BECB-00124DE607DF}" dt="2025-10-02T09:39:23.902" v="64" actId="20577"/>
          <ac:spMkLst>
            <pc:docMk/>
            <pc:sldMk cId="1629128651" sldId="2147376824"/>
            <ac:spMk id="9" creationId="{B87579FE-7A52-F3AC-8EA1-C7A3CFB32EF4}"/>
          </ac:spMkLst>
        </pc:spChg>
      </pc:sldChg>
      <pc:sldChg chg="modSp add mod">
        <pc:chgData name="Porus P Jain" userId="426241ab-ce3a-418a-a669-bb9355426681" providerId="ADAL" clId="{4EC4D577-24F8-4B3D-BECB-00124DE607DF}" dt="2025-10-02T09:39:46.087" v="94" actId="20577"/>
        <pc:sldMkLst>
          <pc:docMk/>
          <pc:sldMk cId="1574751864" sldId="2147376825"/>
        </pc:sldMkLst>
        <pc:spChg chg="mod">
          <ac:chgData name="Porus P Jain" userId="426241ab-ce3a-418a-a669-bb9355426681" providerId="ADAL" clId="{4EC4D577-24F8-4B3D-BECB-00124DE607DF}" dt="2025-10-02T09:39:46.087" v="94" actId="20577"/>
          <ac:spMkLst>
            <pc:docMk/>
            <pc:sldMk cId="1574751864" sldId="2147376825"/>
            <ac:spMk id="9" creationId="{CBF0CA63-7261-3AFA-2CE1-3E67295CB3D3}"/>
          </ac:spMkLst>
        </pc:spChg>
      </pc:sldChg>
      <pc:sldChg chg="addSp modSp add mod">
        <pc:chgData name="Porus P Jain" userId="426241ab-ce3a-418a-a669-bb9355426681" providerId="ADAL" clId="{4EC4D577-24F8-4B3D-BECB-00124DE607DF}" dt="2025-10-03T12:32:19.830" v="2095" actId="14100"/>
        <pc:sldMkLst>
          <pc:docMk/>
          <pc:sldMk cId="2103525127" sldId="2147376826"/>
        </pc:sldMkLst>
        <pc:spChg chg="add mod">
          <ac:chgData name="Porus P Jain" userId="426241ab-ce3a-418a-a669-bb9355426681" providerId="ADAL" clId="{4EC4D577-24F8-4B3D-BECB-00124DE607DF}" dt="2025-10-03T04:39:08.353" v="529"/>
          <ac:spMkLst>
            <pc:docMk/>
            <pc:sldMk cId="2103525127" sldId="2147376826"/>
            <ac:spMk id="3" creationId="{18838A13-8F57-B61D-BB5E-9ABE502D1F54}"/>
          </ac:spMkLst>
        </pc:spChg>
        <pc:spChg chg="add mod">
          <ac:chgData name="Porus P Jain" userId="426241ab-ce3a-418a-a669-bb9355426681" providerId="ADAL" clId="{4EC4D577-24F8-4B3D-BECB-00124DE607DF}" dt="2025-10-03T12:32:17.438" v="2094" actId="14100"/>
          <ac:spMkLst>
            <pc:docMk/>
            <pc:sldMk cId="2103525127" sldId="2147376826"/>
            <ac:spMk id="4" creationId="{58AB6FBD-628A-D65F-3B81-0ECE2E859D9A}"/>
          </ac:spMkLst>
        </pc:spChg>
        <pc:spChg chg="add mod">
          <ac:chgData name="Porus P Jain" userId="426241ab-ce3a-418a-a669-bb9355426681" providerId="ADAL" clId="{4EC4D577-24F8-4B3D-BECB-00124DE607DF}" dt="2025-10-03T12:32:19.830" v="2095" actId="14100"/>
          <ac:spMkLst>
            <pc:docMk/>
            <pc:sldMk cId="2103525127" sldId="2147376826"/>
            <ac:spMk id="5" creationId="{FF475C7D-DDDA-0D20-E558-07CE92781947}"/>
          </ac:spMkLst>
        </pc:spChg>
        <pc:spChg chg="mod">
          <ac:chgData name="Porus P Jain" userId="426241ab-ce3a-418a-a669-bb9355426681" providerId="ADAL" clId="{4EC4D577-24F8-4B3D-BECB-00124DE607DF}" dt="2025-10-02T09:40:07.264" v="138" actId="20577"/>
          <ac:spMkLst>
            <pc:docMk/>
            <pc:sldMk cId="2103525127" sldId="2147376826"/>
            <ac:spMk id="9" creationId="{25B3CDB3-8023-8993-0BA1-3B9DA7CA4A17}"/>
          </ac:spMkLst>
        </pc:spChg>
      </pc:sldChg>
      <pc:sldChg chg="addSp modSp add mod">
        <pc:chgData name="Porus P Jain" userId="426241ab-ce3a-418a-a669-bb9355426681" providerId="ADAL" clId="{4EC4D577-24F8-4B3D-BECB-00124DE607DF}" dt="2025-10-03T04:38:59.913" v="528"/>
        <pc:sldMkLst>
          <pc:docMk/>
          <pc:sldMk cId="3932311062" sldId="2147376827"/>
        </pc:sldMkLst>
        <pc:spChg chg="add mod">
          <ac:chgData name="Porus P Jain" userId="426241ab-ce3a-418a-a669-bb9355426681" providerId="ADAL" clId="{4EC4D577-24F8-4B3D-BECB-00124DE607DF}" dt="2025-10-03T04:38:59.913" v="528"/>
          <ac:spMkLst>
            <pc:docMk/>
            <pc:sldMk cId="3932311062" sldId="2147376827"/>
            <ac:spMk id="3" creationId="{A9A6B1BC-033E-71CA-F79A-0249C10F60FF}"/>
          </ac:spMkLst>
        </pc:spChg>
        <pc:spChg chg="mod">
          <ac:chgData name="Porus P Jain" userId="426241ab-ce3a-418a-a669-bb9355426681" providerId="ADAL" clId="{4EC4D577-24F8-4B3D-BECB-00124DE607DF}" dt="2025-10-02T09:45:45.128" v="177" actId="20577"/>
          <ac:spMkLst>
            <pc:docMk/>
            <pc:sldMk cId="3932311062" sldId="2147376827"/>
            <ac:spMk id="9" creationId="{FDDD7829-47C7-D92F-5540-6A6F0F839348}"/>
          </ac:spMkLst>
        </pc:spChg>
      </pc:sldChg>
      <pc:sldChg chg="addSp delSp modSp add mod ord">
        <pc:chgData name="Porus P Jain" userId="426241ab-ce3a-418a-a669-bb9355426681" providerId="ADAL" clId="{4EC4D577-24F8-4B3D-BECB-00124DE607DF}" dt="2025-10-03T12:25:03.817" v="1776" actId="20577"/>
        <pc:sldMkLst>
          <pc:docMk/>
          <pc:sldMk cId="204641131" sldId="2147376828"/>
        </pc:sldMkLst>
        <pc:spChg chg="add del mod">
          <ac:chgData name="Porus P Jain" userId="426241ab-ce3a-418a-a669-bb9355426681" providerId="ADAL" clId="{4EC4D577-24F8-4B3D-BECB-00124DE607DF}" dt="2025-10-03T12:23:58.356" v="1602" actId="478"/>
          <ac:spMkLst>
            <pc:docMk/>
            <pc:sldMk cId="204641131" sldId="2147376828"/>
            <ac:spMk id="3" creationId="{91A0214E-D85C-BCD6-AB8E-EF9A220909FB}"/>
          </ac:spMkLst>
        </pc:spChg>
        <pc:spChg chg="mod">
          <ac:chgData name="Porus P Jain" userId="426241ab-ce3a-418a-a669-bb9355426681" providerId="ADAL" clId="{4EC4D577-24F8-4B3D-BECB-00124DE607DF}" dt="2025-10-03T12:25:03.817" v="1776" actId="20577"/>
          <ac:spMkLst>
            <pc:docMk/>
            <pc:sldMk cId="204641131" sldId="2147376828"/>
            <ac:spMk id="9" creationId="{0949B5E6-23F7-AB00-5D63-C2C77DADAFEA}"/>
          </ac:spMkLst>
        </pc:spChg>
      </pc:sldChg>
      <pc:sldChg chg="addSp delSp modSp add mod">
        <pc:chgData name="Porus P Jain" userId="426241ab-ce3a-418a-a669-bb9355426681" providerId="ADAL" clId="{4EC4D577-24F8-4B3D-BECB-00124DE607DF}" dt="2025-10-03T04:39:40.986" v="533"/>
        <pc:sldMkLst>
          <pc:docMk/>
          <pc:sldMk cId="1130072896" sldId="2147376829"/>
        </pc:sldMkLst>
        <pc:spChg chg="add del mod">
          <ac:chgData name="Porus P Jain" userId="426241ab-ce3a-418a-a669-bb9355426681" providerId="ADAL" clId="{4EC4D577-24F8-4B3D-BECB-00124DE607DF}" dt="2025-10-02T09:47:26.179" v="213" actId="478"/>
          <ac:spMkLst>
            <pc:docMk/>
            <pc:sldMk cId="1130072896" sldId="2147376829"/>
            <ac:spMk id="3" creationId="{8135EA93-295D-97E3-F119-712804ECFA34}"/>
          </ac:spMkLst>
        </pc:spChg>
        <pc:spChg chg="add mod">
          <ac:chgData name="Porus P Jain" userId="426241ab-ce3a-418a-a669-bb9355426681" providerId="ADAL" clId="{4EC4D577-24F8-4B3D-BECB-00124DE607DF}" dt="2025-10-02T09:53:24.051" v="505"/>
          <ac:spMkLst>
            <pc:docMk/>
            <pc:sldMk cId="1130072896" sldId="2147376829"/>
            <ac:spMk id="5" creationId="{BDF5AC33-F974-A8E9-D88D-733782879D7C}"/>
          </ac:spMkLst>
        </pc:spChg>
        <pc:spChg chg="add mod">
          <ac:chgData name="Porus P Jain" userId="426241ab-ce3a-418a-a669-bb9355426681" providerId="ADAL" clId="{4EC4D577-24F8-4B3D-BECB-00124DE607DF}" dt="2025-10-03T04:38:52.484" v="527"/>
          <ac:spMkLst>
            <pc:docMk/>
            <pc:sldMk cId="1130072896" sldId="2147376829"/>
            <ac:spMk id="6" creationId="{298B9986-17B9-716D-F578-C4A900752922}"/>
          </ac:spMkLst>
        </pc:spChg>
        <pc:spChg chg="add mod">
          <ac:chgData name="Porus P Jain" userId="426241ab-ce3a-418a-a669-bb9355426681" providerId="ADAL" clId="{4EC4D577-24F8-4B3D-BECB-00124DE607DF}" dt="2025-10-03T04:39:16.460" v="530"/>
          <ac:spMkLst>
            <pc:docMk/>
            <pc:sldMk cId="1130072896" sldId="2147376829"/>
            <ac:spMk id="7" creationId="{F06123DF-0D7F-A341-D8A4-02142990686F}"/>
          </ac:spMkLst>
        </pc:spChg>
        <pc:spChg chg="add mod">
          <ac:chgData name="Porus P Jain" userId="426241ab-ce3a-418a-a669-bb9355426681" providerId="ADAL" clId="{4EC4D577-24F8-4B3D-BECB-00124DE607DF}" dt="2025-10-02T09:54:14.852" v="508"/>
          <ac:spMkLst>
            <pc:docMk/>
            <pc:sldMk cId="1130072896" sldId="2147376829"/>
            <ac:spMk id="8" creationId="{5252BFCB-90B6-5708-BEBE-596FCCC88856}"/>
          </ac:spMkLst>
        </pc:spChg>
        <pc:spChg chg="mod">
          <ac:chgData name="Porus P Jain" userId="426241ab-ce3a-418a-a669-bb9355426681" providerId="ADAL" clId="{4EC4D577-24F8-4B3D-BECB-00124DE607DF}" dt="2025-10-02T09:47:04.283" v="211" actId="20577"/>
          <ac:spMkLst>
            <pc:docMk/>
            <pc:sldMk cId="1130072896" sldId="2147376829"/>
            <ac:spMk id="9" creationId="{383335DE-BB24-C17A-1EBC-72D3EB7BB6E5}"/>
          </ac:spMkLst>
        </pc:spChg>
        <pc:spChg chg="add mod">
          <ac:chgData name="Porus P Jain" userId="426241ab-ce3a-418a-a669-bb9355426681" providerId="ADAL" clId="{4EC4D577-24F8-4B3D-BECB-00124DE607DF}" dt="2025-10-03T04:39:40.986" v="533"/>
          <ac:spMkLst>
            <pc:docMk/>
            <pc:sldMk cId="1130072896" sldId="2147376829"/>
            <ac:spMk id="10" creationId="{EF744AC8-70BB-0451-F8E5-D2CC21D81CCD}"/>
          </ac:spMkLst>
        </pc:spChg>
        <pc:graphicFrameChg chg="add mod modGraphic">
          <ac:chgData name="Porus P Jain" userId="426241ab-ce3a-418a-a669-bb9355426681" providerId="ADAL" clId="{4EC4D577-24F8-4B3D-BECB-00124DE607DF}" dt="2025-10-02T09:50:57.813" v="489" actId="6549"/>
          <ac:graphicFrameMkLst>
            <pc:docMk/>
            <pc:sldMk cId="1130072896" sldId="2147376829"/>
            <ac:graphicFrameMk id="4" creationId="{2DBFAD9B-AC19-4E3F-B3F3-3902A50633B0}"/>
          </ac:graphicFrameMkLst>
        </pc:graphicFrameChg>
      </pc:sldChg>
      <pc:sldChg chg="addSp modSp add mod">
        <pc:chgData name="Porus P Jain" userId="426241ab-ce3a-418a-a669-bb9355426681" providerId="ADAL" clId="{4EC4D577-24F8-4B3D-BECB-00124DE607DF}" dt="2025-10-03T10:12:57.734" v="1461" actId="20577"/>
        <pc:sldMkLst>
          <pc:docMk/>
          <pc:sldMk cId="212667035" sldId="2147376830"/>
        </pc:sldMkLst>
        <pc:spChg chg="add mod">
          <ac:chgData name="Porus P Jain" userId="426241ab-ce3a-418a-a669-bb9355426681" providerId="ADAL" clId="{4EC4D577-24F8-4B3D-BECB-00124DE607DF}" dt="2025-10-03T09:27:40.996" v="716" actId="14100"/>
          <ac:spMkLst>
            <pc:docMk/>
            <pc:sldMk cId="212667035" sldId="2147376830"/>
            <ac:spMk id="2" creationId="{8B3BB82D-1D94-F083-A26B-6BFB708D41C8}"/>
          </ac:spMkLst>
        </pc:spChg>
        <pc:spChg chg="mod">
          <ac:chgData name="Porus P Jain" userId="426241ab-ce3a-418a-a669-bb9355426681" providerId="ADAL" clId="{4EC4D577-24F8-4B3D-BECB-00124DE607DF}" dt="2025-10-03T09:27:03.525" v="696" actId="20577"/>
          <ac:spMkLst>
            <pc:docMk/>
            <pc:sldMk cId="212667035" sldId="2147376830"/>
            <ac:spMk id="3" creationId="{DF003266-3649-F62A-32E8-07BD95A9D1E6}"/>
          </ac:spMkLst>
        </pc:spChg>
        <pc:spChg chg="add mod">
          <ac:chgData name="Porus P Jain" userId="426241ab-ce3a-418a-a669-bb9355426681" providerId="ADAL" clId="{4EC4D577-24F8-4B3D-BECB-00124DE607DF}" dt="2025-10-03T10:12:57.734" v="1461" actId="20577"/>
          <ac:spMkLst>
            <pc:docMk/>
            <pc:sldMk cId="212667035" sldId="2147376830"/>
            <ac:spMk id="4" creationId="{7B67B8A0-CACD-C670-674E-498024E2321B}"/>
          </ac:spMkLst>
        </pc:spChg>
        <pc:spChg chg="mod">
          <ac:chgData name="Porus P Jain" userId="426241ab-ce3a-418a-a669-bb9355426681" providerId="ADAL" clId="{4EC4D577-24F8-4B3D-BECB-00124DE607DF}" dt="2025-10-03T09:43:38.143" v="898" actId="14100"/>
          <ac:spMkLst>
            <pc:docMk/>
            <pc:sldMk cId="212667035" sldId="2147376830"/>
            <ac:spMk id="5" creationId="{C1C8D727-2B0F-0DA2-2C5C-5B7408A3BC7A}"/>
          </ac:spMkLst>
        </pc:spChg>
        <pc:spChg chg="add mod">
          <ac:chgData name="Porus P Jain" userId="426241ab-ce3a-418a-a669-bb9355426681" providerId="ADAL" clId="{4EC4D577-24F8-4B3D-BECB-00124DE607DF}" dt="2025-10-03T09:43:49.769" v="920" actId="20577"/>
          <ac:spMkLst>
            <pc:docMk/>
            <pc:sldMk cId="212667035" sldId="2147376830"/>
            <ac:spMk id="6" creationId="{8D6E915A-F21F-B925-4240-6D8C06B99E52}"/>
          </ac:spMkLst>
        </pc:spChg>
      </pc:sldChg>
      <pc:sldChg chg="delSp modSp add mod">
        <pc:chgData name="Porus P Jain" userId="426241ab-ce3a-418a-a669-bb9355426681" providerId="ADAL" clId="{4EC4D577-24F8-4B3D-BECB-00124DE607DF}" dt="2025-10-03T09:55:55.632" v="1344" actId="20577"/>
        <pc:sldMkLst>
          <pc:docMk/>
          <pc:sldMk cId="850305011" sldId="2147376831"/>
        </pc:sldMkLst>
        <pc:spChg chg="mod">
          <ac:chgData name="Porus P Jain" userId="426241ab-ce3a-418a-a669-bb9355426681" providerId="ADAL" clId="{4EC4D577-24F8-4B3D-BECB-00124DE607DF}" dt="2025-10-03T09:52:21.357" v="1195" actId="20577"/>
          <ac:spMkLst>
            <pc:docMk/>
            <pc:sldMk cId="850305011" sldId="2147376831"/>
            <ac:spMk id="2" creationId="{A899821F-565D-2539-3E3D-D742D5553B7E}"/>
          </ac:spMkLst>
        </pc:spChg>
        <pc:spChg chg="del">
          <ac:chgData name="Porus P Jain" userId="426241ab-ce3a-418a-a669-bb9355426681" providerId="ADAL" clId="{4EC4D577-24F8-4B3D-BECB-00124DE607DF}" dt="2025-10-03T09:52:25.687" v="1196" actId="478"/>
          <ac:spMkLst>
            <pc:docMk/>
            <pc:sldMk cId="850305011" sldId="2147376831"/>
            <ac:spMk id="4" creationId="{280623B6-0F89-E5CA-CCEA-2C880A072171}"/>
          </ac:spMkLst>
        </pc:spChg>
        <pc:spChg chg="mod">
          <ac:chgData name="Porus P Jain" userId="426241ab-ce3a-418a-a669-bb9355426681" providerId="ADAL" clId="{4EC4D577-24F8-4B3D-BECB-00124DE607DF}" dt="2025-10-03T09:55:55.632" v="1344" actId="20577"/>
          <ac:spMkLst>
            <pc:docMk/>
            <pc:sldMk cId="850305011" sldId="2147376831"/>
            <ac:spMk id="5" creationId="{A503A11A-D080-08B9-2F5C-1D00267B6C75}"/>
          </ac:spMkLst>
        </pc:spChg>
        <pc:spChg chg="del">
          <ac:chgData name="Porus P Jain" userId="426241ab-ce3a-418a-a669-bb9355426681" providerId="ADAL" clId="{4EC4D577-24F8-4B3D-BECB-00124DE607DF}" dt="2025-10-03T09:52:25.687" v="1196" actId="478"/>
          <ac:spMkLst>
            <pc:docMk/>
            <pc:sldMk cId="850305011" sldId="2147376831"/>
            <ac:spMk id="6" creationId="{054CA035-B2C6-B9AF-6151-13E0E7796FDC}"/>
          </ac:spMkLst>
        </pc:spChg>
      </pc:sldChg>
      <pc:sldChg chg="modSp add mod">
        <pc:chgData name="Porus P Jain" userId="426241ab-ce3a-418a-a669-bb9355426681" providerId="ADAL" clId="{4EC4D577-24F8-4B3D-BECB-00124DE607DF}" dt="2025-10-03T10:12:15.124" v="1392" actId="20577"/>
        <pc:sldMkLst>
          <pc:docMk/>
          <pc:sldMk cId="1352439994" sldId="2147376832"/>
        </pc:sldMkLst>
        <pc:spChg chg="mod">
          <ac:chgData name="Porus P Jain" userId="426241ab-ce3a-418a-a669-bb9355426681" providerId="ADAL" clId="{4EC4D577-24F8-4B3D-BECB-00124DE607DF}" dt="2025-10-03T10:12:15.124" v="1392" actId="20577"/>
          <ac:spMkLst>
            <pc:docMk/>
            <pc:sldMk cId="1352439994" sldId="2147376832"/>
            <ac:spMk id="9" creationId="{F3C8CFA9-0125-28AB-D6ED-ADC0FA05E930}"/>
          </ac:spMkLst>
        </pc:spChg>
      </pc:sldChg>
      <pc:sldChg chg="addSp delSp modSp add del mod">
        <pc:chgData name="Porus P Jain" userId="426241ab-ce3a-418a-a669-bb9355426681" providerId="ADAL" clId="{4EC4D577-24F8-4B3D-BECB-00124DE607DF}" dt="2025-10-03T12:34:43.829" v="2172" actId="2696"/>
        <pc:sldMkLst>
          <pc:docMk/>
          <pc:sldMk cId="513251260" sldId="2147376833"/>
        </pc:sldMkLst>
        <pc:spChg chg="del mod">
          <ac:chgData name="Porus P Jain" userId="426241ab-ce3a-418a-a669-bb9355426681" providerId="ADAL" clId="{4EC4D577-24F8-4B3D-BECB-00124DE607DF}" dt="2025-10-03T10:37:17.390" v="1594" actId="478"/>
          <ac:spMkLst>
            <pc:docMk/>
            <pc:sldMk cId="513251260" sldId="2147376833"/>
            <ac:spMk id="2" creationId="{C2202B19-B99B-DEE9-BB47-69F238F60DE1}"/>
          </ac:spMkLst>
        </pc:spChg>
        <pc:spChg chg="add mod">
          <ac:chgData name="Porus P Jain" userId="426241ab-ce3a-418a-a669-bb9355426681" providerId="ADAL" clId="{4EC4D577-24F8-4B3D-BECB-00124DE607DF}" dt="2025-10-03T10:30:56.779" v="1587" actId="14100"/>
          <ac:spMkLst>
            <pc:docMk/>
            <pc:sldMk cId="513251260" sldId="2147376833"/>
            <ac:spMk id="5" creationId="{71F663B4-4A82-890A-A7DB-67D7130CE5F7}"/>
          </ac:spMkLst>
        </pc:spChg>
        <pc:spChg chg="add mod">
          <ac:chgData name="Porus P Jain" userId="426241ab-ce3a-418a-a669-bb9355426681" providerId="ADAL" clId="{4EC4D577-24F8-4B3D-BECB-00124DE607DF}" dt="2025-10-03T10:37:21.970" v="1595" actId="1076"/>
          <ac:spMkLst>
            <pc:docMk/>
            <pc:sldMk cId="513251260" sldId="2147376833"/>
            <ac:spMk id="6" creationId="{752761B6-6E8A-BDED-4F72-41044BD848FE}"/>
          </ac:spMkLst>
        </pc:spChg>
        <pc:picChg chg="del">
          <ac:chgData name="Porus P Jain" userId="426241ab-ce3a-418a-a669-bb9355426681" providerId="ADAL" clId="{4EC4D577-24F8-4B3D-BECB-00124DE607DF}" dt="2025-10-03T10:30:34.874" v="1585" actId="478"/>
          <ac:picMkLst>
            <pc:docMk/>
            <pc:sldMk cId="513251260" sldId="2147376833"/>
            <ac:picMk id="1026" creationId="{2DF6A861-6FD2-FB77-2E87-75DF2F61F4B5}"/>
          </ac:picMkLst>
        </pc:picChg>
      </pc:sldChg>
      <pc:sldChg chg="modSp add mod">
        <pc:chgData name="Porus P Jain" userId="426241ab-ce3a-418a-a669-bb9355426681" providerId="ADAL" clId="{4EC4D577-24F8-4B3D-BECB-00124DE607DF}" dt="2025-10-03T12:35:23.075" v="2232" actId="20577"/>
        <pc:sldMkLst>
          <pc:docMk/>
          <pc:sldMk cId="1775903314" sldId="2147376833"/>
        </pc:sldMkLst>
        <pc:spChg chg="mod">
          <ac:chgData name="Porus P Jain" userId="426241ab-ce3a-418a-a669-bb9355426681" providerId="ADAL" clId="{4EC4D577-24F8-4B3D-BECB-00124DE607DF}" dt="2025-10-03T12:35:23.075" v="2232" actId="20577"/>
          <ac:spMkLst>
            <pc:docMk/>
            <pc:sldMk cId="1775903314" sldId="2147376833"/>
            <ac:spMk id="5" creationId="{71F663B4-4A82-890A-A7DB-67D7130CE5F7}"/>
          </ac:spMkLst>
        </pc:spChg>
      </pc:sldChg>
      <pc:sldChg chg="add">
        <pc:chgData name="Porus P Jain" userId="426241ab-ce3a-418a-a669-bb9355426681" providerId="ADAL" clId="{4EC4D577-24F8-4B3D-BECB-00124DE607DF}" dt="2025-10-03T10:42:11.321" v="1596"/>
        <pc:sldMkLst>
          <pc:docMk/>
          <pc:sldMk cId="4082563290" sldId="2147376834"/>
        </pc:sldMkLst>
      </pc:sldChg>
      <pc:sldChg chg="add">
        <pc:chgData name="Porus P Jain" userId="426241ab-ce3a-418a-a669-bb9355426681" providerId="ADAL" clId="{4EC4D577-24F8-4B3D-BECB-00124DE607DF}" dt="2025-10-03T12:23:54.931" v="1599" actId="2890"/>
        <pc:sldMkLst>
          <pc:docMk/>
          <pc:sldMk cId="2506851233" sldId="2147376835"/>
        </pc:sldMkLst>
      </pc:sldChg>
      <pc:sldMasterChg chg="delSldLayout">
        <pc:chgData name="Porus P Jain" userId="426241ab-ce3a-418a-a669-bb9355426681" providerId="ADAL" clId="{4EC4D577-24F8-4B3D-BECB-00124DE607DF}" dt="2025-10-02T09:39:58.017" v="96" actId="47"/>
        <pc:sldMasterMkLst>
          <pc:docMk/>
          <pc:sldMasterMk cId="848123093" sldId="2147483648"/>
        </pc:sldMasterMkLst>
        <pc:sldLayoutChg chg="del">
          <pc:chgData name="Porus P Jain" userId="426241ab-ce3a-418a-a669-bb9355426681" providerId="ADAL" clId="{4EC4D577-24F8-4B3D-BECB-00124DE607DF}" dt="2025-10-02T09:32:46.255" v="16" actId="2696"/>
          <pc:sldLayoutMkLst>
            <pc:docMk/>
            <pc:sldMasterMk cId="848123093" sldId="2147483648"/>
            <pc:sldLayoutMk cId="3786256930" sldId="2147483689"/>
          </pc:sldLayoutMkLst>
        </pc:sldLayoutChg>
        <pc:sldLayoutChg chg="del">
          <pc:chgData name="Porus P Jain" userId="426241ab-ce3a-418a-a669-bb9355426681" providerId="ADAL" clId="{4EC4D577-24F8-4B3D-BECB-00124DE607DF}" dt="2025-10-02T09:39:58.017" v="96" actId="47"/>
          <pc:sldLayoutMkLst>
            <pc:docMk/>
            <pc:sldMasterMk cId="848123093" sldId="2147483648"/>
            <pc:sldLayoutMk cId="1970024857" sldId="2147483690"/>
          </pc:sldLayoutMkLst>
        </pc:sldLayoutChg>
      </pc:sldMasterChg>
    </pc:docChg>
  </pc:docChgLst>
  <pc:docChgLst>
    <pc:chgData name="Vasant K Tiwari" userId="94ab7f94-4dc6-474c-9a49-34f940ad4691" providerId="ADAL" clId="{A774ED27-BE08-49AE-9FDA-B5B7C3CCC3FD}"/>
    <pc:docChg chg="modSld">
      <pc:chgData name="Vasant K Tiwari" userId="94ab7f94-4dc6-474c-9a49-34f940ad4691" providerId="ADAL" clId="{A774ED27-BE08-49AE-9FDA-B5B7C3CCC3FD}" dt="2025-03-06T05:03:53.977" v="1" actId="6549"/>
      <pc:docMkLst>
        <pc:docMk/>
      </pc:docMkLst>
      <pc:sldChg chg="modSp mod">
        <pc:chgData name="Vasant K Tiwari" userId="94ab7f94-4dc6-474c-9a49-34f940ad4691" providerId="ADAL" clId="{A774ED27-BE08-49AE-9FDA-B5B7C3CCC3FD}" dt="2025-03-06T04:51:35.092" v="0" actId="20577"/>
        <pc:sldMkLst>
          <pc:docMk/>
          <pc:sldMk cId="3576340285" sldId="2147376479"/>
        </pc:sldMkLst>
      </pc:sldChg>
      <pc:sldChg chg="modSp mod">
        <pc:chgData name="Vasant K Tiwari" userId="94ab7f94-4dc6-474c-9a49-34f940ad4691" providerId="ADAL" clId="{A774ED27-BE08-49AE-9FDA-B5B7C3CCC3FD}" dt="2025-03-06T05:03:53.977" v="1" actId="6549"/>
        <pc:sldMkLst>
          <pc:docMk/>
          <pc:sldMk cId="2832218767" sldId="2147376696"/>
        </pc:sldMkLst>
      </pc:sldChg>
    </pc:docChg>
  </pc:docChgLst>
  <pc:docChgLst>
    <pc:chgData name="Ashwani Mishra" userId="15d57bc9-d3a4-4ee8-885b-38ce2f0c857c" providerId="ADAL" clId="{BEC72321-15CF-4721-9E6B-33173EC2C003}"/>
    <pc:docChg chg="undo custSel addSld delSld modSld">
      <pc:chgData name="Ashwani Mishra" userId="15d57bc9-d3a4-4ee8-885b-38ce2f0c857c" providerId="ADAL" clId="{BEC72321-15CF-4721-9E6B-33173EC2C003}" dt="2025-06-03T12:25:45.145" v="367"/>
      <pc:docMkLst>
        <pc:docMk/>
      </pc:docMkLst>
      <pc:sldChg chg="add del">
        <pc:chgData name="Ashwani Mishra" userId="15d57bc9-d3a4-4ee8-885b-38ce2f0c857c" providerId="ADAL" clId="{BEC72321-15CF-4721-9E6B-33173EC2C003}" dt="2025-05-27T10:13:10.731" v="11" actId="47"/>
        <pc:sldMkLst>
          <pc:docMk/>
          <pc:sldMk cId="2890597551" sldId="268"/>
        </pc:sldMkLst>
      </pc:sldChg>
      <pc:sldChg chg="del">
        <pc:chgData name="Ashwani Mishra" userId="15d57bc9-d3a4-4ee8-885b-38ce2f0c857c" providerId="ADAL" clId="{BEC72321-15CF-4721-9E6B-33173EC2C003}" dt="2025-05-27T10:13:10.731" v="11" actId="47"/>
        <pc:sldMkLst>
          <pc:docMk/>
          <pc:sldMk cId="1788746267" sldId="269"/>
        </pc:sldMkLst>
      </pc:sldChg>
      <pc:sldChg chg="del">
        <pc:chgData name="Ashwani Mishra" userId="15d57bc9-d3a4-4ee8-885b-38ce2f0c857c" providerId="ADAL" clId="{BEC72321-15CF-4721-9E6B-33173EC2C003}" dt="2025-05-27T10:13:10.731" v="11" actId="47"/>
        <pc:sldMkLst>
          <pc:docMk/>
          <pc:sldMk cId="789466733" sldId="591"/>
        </pc:sldMkLst>
      </pc:sldChg>
      <pc:sldChg chg="del">
        <pc:chgData name="Ashwani Mishra" userId="15d57bc9-d3a4-4ee8-885b-38ce2f0c857c" providerId="ADAL" clId="{BEC72321-15CF-4721-9E6B-33173EC2C003}" dt="2025-05-27T10:13:10.731" v="11" actId="47"/>
        <pc:sldMkLst>
          <pc:docMk/>
          <pc:sldMk cId="513087582" sldId="5963"/>
        </pc:sldMkLst>
      </pc:sldChg>
      <pc:sldChg chg="del">
        <pc:chgData name="Ashwani Mishra" userId="15d57bc9-d3a4-4ee8-885b-38ce2f0c857c" providerId="ADAL" clId="{BEC72321-15CF-4721-9E6B-33173EC2C003}" dt="2025-05-27T10:13:10.731" v="11" actId="47"/>
        <pc:sldMkLst>
          <pc:docMk/>
          <pc:sldMk cId="3133661868" sldId="5964"/>
        </pc:sldMkLst>
      </pc:sldChg>
      <pc:sldChg chg="del">
        <pc:chgData name="Ashwani Mishra" userId="15d57bc9-d3a4-4ee8-885b-38ce2f0c857c" providerId="ADAL" clId="{BEC72321-15CF-4721-9E6B-33173EC2C003}" dt="2025-05-27T10:13:10.731" v="11" actId="47"/>
        <pc:sldMkLst>
          <pc:docMk/>
          <pc:sldMk cId="333377282" sldId="5965"/>
        </pc:sldMkLst>
      </pc:sldChg>
      <pc:sldChg chg="add del">
        <pc:chgData name="Ashwani Mishra" userId="15d57bc9-d3a4-4ee8-885b-38ce2f0c857c" providerId="ADAL" clId="{BEC72321-15CF-4721-9E6B-33173EC2C003}" dt="2025-05-27T10:12:38.812" v="6" actId="47"/>
        <pc:sldMkLst>
          <pc:docMk/>
          <pc:sldMk cId="1281870220" sldId="6001"/>
        </pc:sldMkLst>
      </pc:sldChg>
      <pc:sldChg chg="del">
        <pc:chgData name="Ashwani Mishra" userId="15d57bc9-d3a4-4ee8-885b-38ce2f0c857c" providerId="ADAL" clId="{BEC72321-15CF-4721-9E6B-33173EC2C003}" dt="2025-05-27T10:13:10.731" v="11" actId="47"/>
        <pc:sldMkLst>
          <pc:docMk/>
          <pc:sldMk cId="2035512037" sldId="6225"/>
        </pc:sldMkLst>
      </pc:sldChg>
      <pc:sldChg chg="del">
        <pc:chgData name="Ashwani Mishra" userId="15d57bc9-d3a4-4ee8-885b-38ce2f0c857c" providerId="ADAL" clId="{BEC72321-15CF-4721-9E6B-33173EC2C003}" dt="2025-05-27T10:13:10.731" v="11" actId="47"/>
        <pc:sldMkLst>
          <pc:docMk/>
          <pc:sldMk cId="1383646061" sldId="2145708979"/>
        </pc:sldMkLst>
      </pc:sldChg>
      <pc:sldChg chg="del">
        <pc:chgData name="Ashwani Mishra" userId="15d57bc9-d3a4-4ee8-885b-38ce2f0c857c" providerId="ADAL" clId="{BEC72321-15CF-4721-9E6B-33173EC2C003}" dt="2025-05-27T10:13:10.731" v="11" actId="47"/>
        <pc:sldMkLst>
          <pc:docMk/>
          <pc:sldMk cId="3590776112" sldId="2145709038"/>
        </pc:sldMkLst>
      </pc:sldChg>
      <pc:sldChg chg="del">
        <pc:chgData name="Ashwani Mishra" userId="15d57bc9-d3a4-4ee8-885b-38ce2f0c857c" providerId="ADAL" clId="{BEC72321-15CF-4721-9E6B-33173EC2C003}" dt="2025-05-27T10:13:10.731" v="11" actId="47"/>
        <pc:sldMkLst>
          <pc:docMk/>
          <pc:sldMk cId="1720225164" sldId="2145709052"/>
        </pc:sldMkLst>
      </pc:sldChg>
      <pc:sldChg chg="del">
        <pc:chgData name="Ashwani Mishra" userId="15d57bc9-d3a4-4ee8-885b-38ce2f0c857c" providerId="ADAL" clId="{BEC72321-15CF-4721-9E6B-33173EC2C003}" dt="2025-05-27T10:13:10.731" v="11" actId="47"/>
        <pc:sldMkLst>
          <pc:docMk/>
          <pc:sldMk cId="1799826521" sldId="2145709055"/>
        </pc:sldMkLst>
      </pc:sldChg>
      <pc:sldChg chg="del">
        <pc:chgData name="Ashwani Mishra" userId="15d57bc9-d3a4-4ee8-885b-38ce2f0c857c" providerId="ADAL" clId="{BEC72321-15CF-4721-9E6B-33173EC2C003}" dt="2025-05-27T10:13:10.731" v="11" actId="47"/>
        <pc:sldMkLst>
          <pc:docMk/>
          <pc:sldMk cId="3925078302" sldId="2145709056"/>
        </pc:sldMkLst>
      </pc:sldChg>
      <pc:sldChg chg="del">
        <pc:chgData name="Ashwani Mishra" userId="15d57bc9-d3a4-4ee8-885b-38ce2f0c857c" providerId="ADAL" clId="{BEC72321-15CF-4721-9E6B-33173EC2C003}" dt="2025-05-27T10:13:10.731" v="11" actId="47"/>
        <pc:sldMkLst>
          <pc:docMk/>
          <pc:sldMk cId="2557009241" sldId="2145709057"/>
        </pc:sldMkLst>
      </pc:sldChg>
      <pc:sldChg chg="modSp mod">
        <pc:chgData name="Ashwani Mishra" userId="15d57bc9-d3a4-4ee8-885b-38ce2f0c857c" providerId="ADAL" clId="{BEC72321-15CF-4721-9E6B-33173EC2C003}" dt="2025-06-03T11:52:18.166" v="277" actId="1035"/>
        <pc:sldMkLst>
          <pc:docMk/>
          <pc:sldMk cId="1433058619" sldId="2145709062"/>
        </pc:sldMkLst>
      </pc:sldChg>
      <pc:sldChg chg="addSp delSp modSp mod">
        <pc:chgData name="Ashwani Mishra" userId="15d57bc9-d3a4-4ee8-885b-38ce2f0c857c" providerId="ADAL" clId="{BEC72321-15CF-4721-9E6B-33173EC2C003}" dt="2025-06-03T11:48:12.601" v="44" actId="478"/>
        <pc:sldMkLst>
          <pc:docMk/>
          <pc:sldMk cId="1940949243" sldId="2145709065"/>
        </pc:sldMkLst>
      </pc:sldChg>
      <pc:sldChg chg="del">
        <pc:chgData name="Ashwani Mishra" userId="15d57bc9-d3a4-4ee8-885b-38ce2f0c857c" providerId="ADAL" clId="{BEC72321-15CF-4721-9E6B-33173EC2C003}" dt="2025-05-27T10:13:10.731" v="11" actId="47"/>
        <pc:sldMkLst>
          <pc:docMk/>
          <pc:sldMk cId="3658085823" sldId="2145709157"/>
        </pc:sldMkLst>
      </pc:sldChg>
      <pc:sldChg chg="del">
        <pc:chgData name="Ashwani Mishra" userId="15d57bc9-d3a4-4ee8-885b-38ce2f0c857c" providerId="ADAL" clId="{BEC72321-15CF-4721-9E6B-33173EC2C003}" dt="2025-05-27T10:13:10.731" v="11" actId="47"/>
        <pc:sldMkLst>
          <pc:docMk/>
          <pc:sldMk cId="432471066" sldId="2145709168"/>
        </pc:sldMkLst>
      </pc:sldChg>
      <pc:sldChg chg="del">
        <pc:chgData name="Ashwani Mishra" userId="15d57bc9-d3a4-4ee8-885b-38ce2f0c857c" providerId="ADAL" clId="{BEC72321-15CF-4721-9E6B-33173EC2C003}" dt="2025-05-27T10:13:10.731" v="11" actId="47"/>
        <pc:sldMkLst>
          <pc:docMk/>
          <pc:sldMk cId="1478649589" sldId="2145709191"/>
        </pc:sldMkLst>
      </pc:sldChg>
      <pc:sldChg chg="add del">
        <pc:chgData name="Ashwani Mishra" userId="15d57bc9-d3a4-4ee8-885b-38ce2f0c857c" providerId="ADAL" clId="{BEC72321-15CF-4721-9E6B-33173EC2C003}" dt="2025-05-27T10:13:10.731" v="11" actId="47"/>
        <pc:sldMkLst>
          <pc:docMk/>
          <pc:sldMk cId="2719157650" sldId="2145709215"/>
        </pc:sldMkLst>
      </pc:sldChg>
      <pc:sldChg chg="del">
        <pc:chgData name="Ashwani Mishra" userId="15d57bc9-d3a4-4ee8-885b-38ce2f0c857c" providerId="ADAL" clId="{BEC72321-15CF-4721-9E6B-33173EC2C003}" dt="2025-05-27T10:13:10.731" v="11" actId="47"/>
        <pc:sldMkLst>
          <pc:docMk/>
          <pc:sldMk cId="3800592211" sldId="2145709219"/>
        </pc:sldMkLst>
      </pc:sldChg>
      <pc:sldChg chg="del">
        <pc:chgData name="Ashwani Mishra" userId="15d57bc9-d3a4-4ee8-885b-38ce2f0c857c" providerId="ADAL" clId="{BEC72321-15CF-4721-9E6B-33173EC2C003}" dt="2025-05-27T10:13:10.731" v="11" actId="47"/>
        <pc:sldMkLst>
          <pc:docMk/>
          <pc:sldMk cId="1613334812" sldId="2145709220"/>
        </pc:sldMkLst>
      </pc:sldChg>
      <pc:sldChg chg="del">
        <pc:chgData name="Ashwani Mishra" userId="15d57bc9-d3a4-4ee8-885b-38ce2f0c857c" providerId="ADAL" clId="{BEC72321-15CF-4721-9E6B-33173EC2C003}" dt="2025-05-27T10:13:10.731" v="11" actId="47"/>
        <pc:sldMkLst>
          <pc:docMk/>
          <pc:sldMk cId="694823645" sldId="2145709221"/>
        </pc:sldMkLst>
      </pc:sldChg>
      <pc:sldChg chg="del">
        <pc:chgData name="Ashwani Mishra" userId="15d57bc9-d3a4-4ee8-885b-38ce2f0c857c" providerId="ADAL" clId="{BEC72321-15CF-4721-9E6B-33173EC2C003}" dt="2025-05-27T10:12:47.249" v="7" actId="47"/>
        <pc:sldMkLst>
          <pc:docMk/>
          <pc:sldMk cId="2841593980" sldId="2147376426"/>
        </pc:sldMkLst>
      </pc:sldChg>
      <pc:sldChg chg="del">
        <pc:chgData name="Ashwani Mishra" userId="15d57bc9-d3a4-4ee8-885b-38ce2f0c857c" providerId="ADAL" clId="{BEC72321-15CF-4721-9E6B-33173EC2C003}" dt="2025-05-27T10:12:47.249" v="7" actId="47"/>
        <pc:sldMkLst>
          <pc:docMk/>
          <pc:sldMk cId="2656991403" sldId="2147376427"/>
        </pc:sldMkLst>
      </pc:sldChg>
      <pc:sldChg chg="modSp mod">
        <pc:chgData name="Ashwani Mishra" userId="15d57bc9-d3a4-4ee8-885b-38ce2f0c857c" providerId="ADAL" clId="{BEC72321-15CF-4721-9E6B-33173EC2C003}" dt="2025-06-03T12:16:49.735" v="358" actId="20577"/>
        <pc:sldMkLst>
          <pc:docMk/>
          <pc:sldMk cId="3576340285" sldId="2147376479"/>
        </pc:sldMkLst>
      </pc:sldChg>
      <pc:sldChg chg="del">
        <pc:chgData name="Ashwani Mishra" userId="15d57bc9-d3a4-4ee8-885b-38ce2f0c857c" providerId="ADAL" clId="{BEC72321-15CF-4721-9E6B-33173EC2C003}" dt="2025-05-27T10:12:47.249" v="7" actId="47"/>
        <pc:sldMkLst>
          <pc:docMk/>
          <pc:sldMk cId="3424460635" sldId="2147376480"/>
        </pc:sldMkLst>
      </pc:sldChg>
      <pc:sldChg chg="addSp delSp modSp mod">
        <pc:chgData name="Ashwani Mishra" userId="15d57bc9-d3a4-4ee8-885b-38ce2f0c857c" providerId="ADAL" clId="{BEC72321-15CF-4721-9E6B-33173EC2C003}" dt="2025-06-03T11:52:11.801" v="274" actId="1035"/>
        <pc:sldMkLst>
          <pc:docMk/>
          <pc:sldMk cId="1035693169" sldId="2147376613"/>
        </pc:sldMkLst>
      </pc:sldChg>
      <pc:sldChg chg="addSp delSp modSp mod">
        <pc:chgData name="Ashwani Mishra" userId="15d57bc9-d3a4-4ee8-885b-38ce2f0c857c" providerId="ADAL" clId="{BEC72321-15CF-4721-9E6B-33173EC2C003}" dt="2025-06-03T11:50:29.004" v="240" actId="1035"/>
        <pc:sldMkLst>
          <pc:docMk/>
          <pc:sldMk cId="402419678" sldId="2147376614"/>
        </pc:sldMkLst>
      </pc:sldChg>
      <pc:sldChg chg="del">
        <pc:chgData name="Ashwani Mishra" userId="15d57bc9-d3a4-4ee8-885b-38ce2f0c857c" providerId="ADAL" clId="{BEC72321-15CF-4721-9E6B-33173EC2C003}" dt="2025-05-27T10:12:56.902" v="10" actId="47"/>
        <pc:sldMkLst>
          <pc:docMk/>
          <pc:sldMk cId="418202682" sldId="2147376615"/>
        </pc:sldMkLst>
      </pc:sldChg>
      <pc:sldChg chg="del">
        <pc:chgData name="Ashwani Mishra" userId="15d57bc9-d3a4-4ee8-885b-38ce2f0c857c" providerId="ADAL" clId="{BEC72321-15CF-4721-9E6B-33173EC2C003}" dt="2025-05-27T10:12:50.211" v="8" actId="47"/>
        <pc:sldMkLst>
          <pc:docMk/>
          <pc:sldMk cId="222882548" sldId="2147376618"/>
        </pc:sldMkLst>
      </pc:sldChg>
      <pc:sldChg chg="del">
        <pc:chgData name="Ashwani Mishra" userId="15d57bc9-d3a4-4ee8-885b-38ce2f0c857c" providerId="ADAL" clId="{BEC72321-15CF-4721-9E6B-33173EC2C003}" dt="2025-05-27T10:12:53.572" v="9" actId="47"/>
        <pc:sldMkLst>
          <pc:docMk/>
          <pc:sldMk cId="671220431" sldId="2147376622"/>
        </pc:sldMkLst>
      </pc:sldChg>
      <pc:sldChg chg="del">
        <pc:chgData name="Ashwani Mishra" userId="15d57bc9-d3a4-4ee8-885b-38ce2f0c857c" providerId="ADAL" clId="{BEC72321-15CF-4721-9E6B-33173EC2C003}" dt="2025-05-27T10:12:50.211" v="8" actId="47"/>
        <pc:sldMkLst>
          <pc:docMk/>
          <pc:sldMk cId="3839465103" sldId="2147376636"/>
        </pc:sldMkLst>
      </pc:sldChg>
      <pc:sldChg chg="del">
        <pc:chgData name="Ashwani Mishra" userId="15d57bc9-d3a4-4ee8-885b-38ce2f0c857c" providerId="ADAL" clId="{BEC72321-15CF-4721-9E6B-33173EC2C003}" dt="2025-05-27T10:12:53.572" v="9" actId="47"/>
        <pc:sldMkLst>
          <pc:docMk/>
          <pc:sldMk cId="573594142" sldId="2147376639"/>
        </pc:sldMkLst>
      </pc:sldChg>
      <pc:sldChg chg="del">
        <pc:chgData name="Ashwani Mishra" userId="15d57bc9-d3a4-4ee8-885b-38ce2f0c857c" providerId="ADAL" clId="{BEC72321-15CF-4721-9E6B-33173EC2C003}" dt="2025-05-27T10:12:56.902" v="10" actId="47"/>
        <pc:sldMkLst>
          <pc:docMk/>
          <pc:sldMk cId="3904791787" sldId="2147376640"/>
        </pc:sldMkLst>
      </pc:sldChg>
      <pc:sldChg chg="del">
        <pc:chgData name="Ashwani Mishra" userId="15d57bc9-d3a4-4ee8-885b-38ce2f0c857c" providerId="ADAL" clId="{BEC72321-15CF-4721-9E6B-33173EC2C003}" dt="2025-05-27T10:12:50.211" v="8" actId="47"/>
        <pc:sldMkLst>
          <pc:docMk/>
          <pc:sldMk cId="65857030" sldId="2147376655"/>
        </pc:sldMkLst>
      </pc:sldChg>
      <pc:sldChg chg="del">
        <pc:chgData name="Ashwani Mishra" userId="15d57bc9-d3a4-4ee8-885b-38ce2f0c857c" providerId="ADAL" clId="{BEC72321-15CF-4721-9E6B-33173EC2C003}" dt="2025-05-27T10:12:53.572" v="9" actId="47"/>
        <pc:sldMkLst>
          <pc:docMk/>
          <pc:sldMk cId="2832218767" sldId="2147376696"/>
        </pc:sldMkLst>
      </pc:sldChg>
      <pc:sldChg chg="modSp mod">
        <pc:chgData name="Ashwani Mishra" userId="15d57bc9-d3a4-4ee8-885b-38ce2f0c857c" providerId="ADAL" clId="{BEC72321-15CF-4721-9E6B-33173EC2C003}" dt="2025-06-03T11:53:53.664" v="322" actId="20577"/>
        <pc:sldMkLst>
          <pc:docMk/>
          <pc:sldMk cId="3697540684" sldId="2147376697"/>
        </pc:sldMkLst>
      </pc:sldChg>
      <pc:sldChg chg="del">
        <pc:chgData name="Ashwani Mishra" userId="15d57bc9-d3a4-4ee8-885b-38ce2f0c857c" providerId="ADAL" clId="{BEC72321-15CF-4721-9E6B-33173EC2C003}" dt="2025-05-27T10:12:47.249" v="7" actId="47"/>
        <pc:sldMkLst>
          <pc:docMk/>
          <pc:sldMk cId="72037711" sldId="2147376698"/>
        </pc:sldMkLst>
      </pc:sldChg>
      <pc:sldChg chg="del">
        <pc:chgData name="Ashwani Mishra" userId="15d57bc9-d3a4-4ee8-885b-38ce2f0c857c" providerId="ADAL" clId="{BEC72321-15CF-4721-9E6B-33173EC2C003}" dt="2025-05-27T10:12:34.167" v="0" actId="47"/>
        <pc:sldMkLst>
          <pc:docMk/>
          <pc:sldMk cId="4010021905" sldId="2147376700"/>
        </pc:sldMkLst>
      </pc:sldChg>
      <pc:sldChg chg="del">
        <pc:chgData name="Ashwani Mishra" userId="15d57bc9-d3a4-4ee8-885b-38ce2f0c857c" providerId="ADAL" clId="{BEC72321-15CF-4721-9E6B-33173EC2C003}" dt="2025-05-27T10:13:10.731" v="11" actId="47"/>
        <pc:sldMkLst>
          <pc:docMk/>
          <pc:sldMk cId="3433070542" sldId="2147376701"/>
        </pc:sldMkLst>
      </pc:sldChg>
      <pc:sldChg chg="del">
        <pc:chgData name="Ashwani Mishra" userId="15d57bc9-d3a4-4ee8-885b-38ce2f0c857c" providerId="ADAL" clId="{BEC72321-15CF-4721-9E6B-33173EC2C003}" dt="2025-05-27T10:13:10.731" v="11" actId="47"/>
        <pc:sldMkLst>
          <pc:docMk/>
          <pc:sldMk cId="2495040766" sldId="2147376702"/>
        </pc:sldMkLst>
      </pc:sldChg>
      <pc:sldChg chg="del">
        <pc:chgData name="Ashwani Mishra" userId="15d57bc9-d3a4-4ee8-885b-38ce2f0c857c" providerId="ADAL" clId="{BEC72321-15CF-4721-9E6B-33173EC2C003}" dt="2025-05-27T10:13:10.731" v="11" actId="47"/>
        <pc:sldMkLst>
          <pc:docMk/>
          <pc:sldMk cId="3660011275" sldId="2147376703"/>
        </pc:sldMkLst>
      </pc:sldChg>
      <pc:sldChg chg="del">
        <pc:chgData name="Ashwani Mishra" userId="15d57bc9-d3a4-4ee8-885b-38ce2f0c857c" providerId="ADAL" clId="{BEC72321-15CF-4721-9E6B-33173EC2C003}" dt="2025-05-27T10:13:10.731" v="11" actId="47"/>
        <pc:sldMkLst>
          <pc:docMk/>
          <pc:sldMk cId="3556828421" sldId="2147376704"/>
        </pc:sldMkLst>
      </pc:sldChg>
      <pc:sldChg chg="del">
        <pc:chgData name="Ashwani Mishra" userId="15d57bc9-d3a4-4ee8-885b-38ce2f0c857c" providerId="ADAL" clId="{BEC72321-15CF-4721-9E6B-33173EC2C003}" dt="2025-05-27T10:13:10.731" v="11" actId="47"/>
        <pc:sldMkLst>
          <pc:docMk/>
          <pc:sldMk cId="1020428610" sldId="2147376705"/>
        </pc:sldMkLst>
      </pc:sldChg>
      <pc:sldChg chg="del">
        <pc:chgData name="Ashwani Mishra" userId="15d57bc9-d3a4-4ee8-885b-38ce2f0c857c" providerId="ADAL" clId="{BEC72321-15CF-4721-9E6B-33173EC2C003}" dt="2025-05-27T10:13:10.731" v="11" actId="47"/>
        <pc:sldMkLst>
          <pc:docMk/>
          <pc:sldMk cId="2634282041" sldId="2147376706"/>
        </pc:sldMkLst>
      </pc:sldChg>
      <pc:sldChg chg="del">
        <pc:chgData name="Ashwani Mishra" userId="15d57bc9-d3a4-4ee8-885b-38ce2f0c857c" providerId="ADAL" clId="{BEC72321-15CF-4721-9E6B-33173EC2C003}" dt="2025-05-27T10:13:10.731" v="11" actId="47"/>
        <pc:sldMkLst>
          <pc:docMk/>
          <pc:sldMk cId="2751895764" sldId="2147376707"/>
        </pc:sldMkLst>
      </pc:sldChg>
      <pc:sldChg chg="del">
        <pc:chgData name="Ashwani Mishra" userId="15d57bc9-d3a4-4ee8-885b-38ce2f0c857c" providerId="ADAL" clId="{BEC72321-15CF-4721-9E6B-33173EC2C003}" dt="2025-05-27T10:13:10.731" v="11" actId="47"/>
        <pc:sldMkLst>
          <pc:docMk/>
          <pc:sldMk cId="1109104479" sldId="2147376708"/>
        </pc:sldMkLst>
      </pc:sldChg>
      <pc:sldChg chg="del">
        <pc:chgData name="Ashwani Mishra" userId="15d57bc9-d3a4-4ee8-885b-38ce2f0c857c" providerId="ADAL" clId="{BEC72321-15CF-4721-9E6B-33173EC2C003}" dt="2025-05-27T10:13:10.731" v="11" actId="47"/>
        <pc:sldMkLst>
          <pc:docMk/>
          <pc:sldMk cId="229778211" sldId="2147376709"/>
        </pc:sldMkLst>
      </pc:sldChg>
      <pc:sldChg chg="del">
        <pc:chgData name="Ashwani Mishra" userId="15d57bc9-d3a4-4ee8-885b-38ce2f0c857c" providerId="ADAL" clId="{BEC72321-15CF-4721-9E6B-33173EC2C003}" dt="2025-05-27T10:13:10.731" v="11" actId="47"/>
        <pc:sldMkLst>
          <pc:docMk/>
          <pc:sldMk cId="935423711" sldId="2147376710"/>
        </pc:sldMkLst>
      </pc:sldChg>
      <pc:sldChg chg="del">
        <pc:chgData name="Ashwani Mishra" userId="15d57bc9-d3a4-4ee8-885b-38ce2f0c857c" providerId="ADAL" clId="{BEC72321-15CF-4721-9E6B-33173EC2C003}" dt="2025-05-27T10:13:10.731" v="11" actId="47"/>
        <pc:sldMkLst>
          <pc:docMk/>
          <pc:sldMk cId="2481122760" sldId="2147376711"/>
        </pc:sldMkLst>
      </pc:sldChg>
      <pc:sldChg chg="del">
        <pc:chgData name="Ashwani Mishra" userId="15d57bc9-d3a4-4ee8-885b-38ce2f0c857c" providerId="ADAL" clId="{BEC72321-15CF-4721-9E6B-33173EC2C003}" dt="2025-05-27T10:13:10.731" v="11" actId="47"/>
        <pc:sldMkLst>
          <pc:docMk/>
          <pc:sldMk cId="1520781175" sldId="2147376712"/>
        </pc:sldMkLst>
      </pc:sldChg>
      <pc:sldChg chg="del">
        <pc:chgData name="Ashwani Mishra" userId="15d57bc9-d3a4-4ee8-885b-38ce2f0c857c" providerId="ADAL" clId="{BEC72321-15CF-4721-9E6B-33173EC2C003}" dt="2025-05-27T10:13:10.731" v="11" actId="47"/>
        <pc:sldMkLst>
          <pc:docMk/>
          <pc:sldMk cId="1435304999" sldId="2147376713"/>
        </pc:sldMkLst>
      </pc:sldChg>
      <pc:sldChg chg="del">
        <pc:chgData name="Ashwani Mishra" userId="15d57bc9-d3a4-4ee8-885b-38ce2f0c857c" providerId="ADAL" clId="{BEC72321-15CF-4721-9E6B-33173EC2C003}" dt="2025-05-27T10:13:10.731" v="11" actId="47"/>
        <pc:sldMkLst>
          <pc:docMk/>
          <pc:sldMk cId="2501579431" sldId="2147376714"/>
        </pc:sldMkLst>
      </pc:sldChg>
      <pc:sldChg chg="del">
        <pc:chgData name="Ashwani Mishra" userId="15d57bc9-d3a4-4ee8-885b-38ce2f0c857c" providerId="ADAL" clId="{BEC72321-15CF-4721-9E6B-33173EC2C003}" dt="2025-05-27T10:13:10.731" v="11" actId="47"/>
        <pc:sldMkLst>
          <pc:docMk/>
          <pc:sldMk cId="664449989" sldId="2147376715"/>
        </pc:sldMkLst>
      </pc:sldChg>
      <pc:sldChg chg="del">
        <pc:chgData name="Ashwani Mishra" userId="15d57bc9-d3a4-4ee8-885b-38ce2f0c857c" providerId="ADAL" clId="{BEC72321-15CF-4721-9E6B-33173EC2C003}" dt="2025-05-27T10:13:10.731" v="11" actId="47"/>
        <pc:sldMkLst>
          <pc:docMk/>
          <pc:sldMk cId="2699178926" sldId="2147376716"/>
        </pc:sldMkLst>
      </pc:sldChg>
      <pc:sldChg chg="del">
        <pc:chgData name="Ashwani Mishra" userId="15d57bc9-d3a4-4ee8-885b-38ce2f0c857c" providerId="ADAL" clId="{BEC72321-15CF-4721-9E6B-33173EC2C003}" dt="2025-05-27T10:13:10.731" v="11" actId="47"/>
        <pc:sldMkLst>
          <pc:docMk/>
          <pc:sldMk cId="628253750" sldId="2147376717"/>
        </pc:sldMkLst>
      </pc:sldChg>
      <pc:sldChg chg="del">
        <pc:chgData name="Ashwani Mishra" userId="15d57bc9-d3a4-4ee8-885b-38ce2f0c857c" providerId="ADAL" clId="{BEC72321-15CF-4721-9E6B-33173EC2C003}" dt="2025-05-27T10:13:10.731" v="11" actId="47"/>
        <pc:sldMkLst>
          <pc:docMk/>
          <pc:sldMk cId="2807645824" sldId="2147376718"/>
        </pc:sldMkLst>
      </pc:sldChg>
      <pc:sldChg chg="addSp delSp modSp mod">
        <pc:chgData name="Ashwani Mishra" userId="15d57bc9-d3a4-4ee8-885b-38ce2f0c857c" providerId="ADAL" clId="{BEC72321-15CF-4721-9E6B-33173EC2C003}" dt="2025-06-03T11:48:58.611" v="85" actId="1035"/>
        <pc:sldMkLst>
          <pc:docMk/>
          <pc:sldMk cId="4076976967" sldId="2147376719"/>
        </pc:sldMkLst>
      </pc:sldChg>
      <pc:sldChg chg="addSp delSp modSp mod">
        <pc:chgData name="Ashwani Mishra" userId="15d57bc9-d3a4-4ee8-885b-38ce2f0c857c" providerId="ADAL" clId="{BEC72321-15CF-4721-9E6B-33173EC2C003}" dt="2025-06-03T11:49:57.935" v="180" actId="1035"/>
        <pc:sldMkLst>
          <pc:docMk/>
          <pc:sldMk cId="1486431657" sldId="2147376720"/>
        </pc:sldMkLst>
      </pc:sldChg>
      <pc:sldChg chg="addSp delSp modSp mod">
        <pc:chgData name="Ashwani Mishra" userId="15d57bc9-d3a4-4ee8-885b-38ce2f0c857c" providerId="ADAL" clId="{BEC72321-15CF-4721-9E6B-33173EC2C003}" dt="2025-06-03T11:49:28.338" v="120" actId="1035"/>
        <pc:sldMkLst>
          <pc:docMk/>
          <pc:sldMk cId="2124297709" sldId="2147376721"/>
        </pc:sldMkLst>
      </pc:sldChg>
      <pc:sldChg chg="addSp delSp modSp add mod">
        <pc:chgData name="Ashwani Mishra" userId="15d57bc9-d3a4-4ee8-885b-38ce2f0c857c" providerId="ADAL" clId="{BEC72321-15CF-4721-9E6B-33173EC2C003}" dt="2025-06-03T12:25:15.671" v="363"/>
        <pc:sldMkLst>
          <pc:docMk/>
          <pc:sldMk cId="1342659779" sldId="2147376722"/>
        </pc:sldMkLst>
      </pc:sldChg>
      <pc:sldChg chg="addSp delSp modSp add mod">
        <pc:chgData name="Ashwani Mishra" userId="15d57bc9-d3a4-4ee8-885b-38ce2f0c857c" providerId="ADAL" clId="{BEC72321-15CF-4721-9E6B-33173EC2C003}" dt="2025-06-03T12:25:45.145" v="367"/>
        <pc:sldMkLst>
          <pc:docMk/>
          <pc:sldMk cId="1183482694" sldId="2147376723"/>
        </pc:sldMkLst>
      </pc:sldChg>
      <pc:sldMasterChg chg="delSldLayout">
        <pc:chgData name="Ashwani Mishra" userId="15d57bc9-d3a4-4ee8-885b-38ce2f0c857c" providerId="ADAL" clId="{BEC72321-15CF-4721-9E6B-33173EC2C003}" dt="2025-05-27T10:12:56.902" v="10" actId="47"/>
        <pc:sldMasterMkLst>
          <pc:docMk/>
          <pc:sldMasterMk cId="848123093" sldId="2147483648"/>
        </pc:sldMasterMkLst>
        <pc:sldLayoutChg chg="del">
          <pc:chgData name="Ashwani Mishra" userId="15d57bc9-d3a4-4ee8-885b-38ce2f0c857c" providerId="ADAL" clId="{BEC72321-15CF-4721-9E6B-33173EC2C003}" dt="2025-05-27T10:12:56.902" v="10" actId="47"/>
          <pc:sldLayoutMkLst>
            <pc:docMk/>
            <pc:sldMasterMk cId="848123093" sldId="2147483648"/>
            <pc:sldLayoutMk cId="2959404532" sldId="2147483691"/>
          </pc:sldLayoutMkLst>
        </pc:sldLayoutChg>
      </pc:sldMasterChg>
    </pc:docChg>
  </pc:docChgLst>
  <pc:docChgLst>
    <pc:chgData name="Ashwani Mishra" userId="15d57bc9-d3a4-4ee8-885b-38ce2f0c857c" providerId="ADAL" clId="{0C908628-89F8-4118-A3EE-29844D690BF4}"/>
    <pc:docChg chg="undo custSel addSld delSld modSld sldOrd">
      <pc:chgData name="Ashwani Mishra" userId="15d57bc9-d3a4-4ee8-885b-38ce2f0c857c" providerId="ADAL" clId="{0C908628-89F8-4118-A3EE-29844D690BF4}" dt="2024-06-27T06:16:26.566" v="931" actId="20577"/>
      <pc:docMkLst>
        <pc:docMk/>
      </pc:docMkLst>
      <pc:sldChg chg="modSp mod">
        <pc:chgData name="Ashwani Mishra" userId="15d57bc9-d3a4-4ee8-885b-38ce2f0c857c" providerId="ADAL" clId="{0C908628-89F8-4118-A3EE-29844D690BF4}" dt="2024-06-26T09:17:28.845" v="606"/>
        <pc:sldMkLst>
          <pc:docMk/>
          <pc:sldMk cId="789466733" sldId="591"/>
        </pc:sldMkLst>
      </pc:sldChg>
      <pc:sldChg chg="add">
        <pc:chgData name="Ashwani Mishra" userId="15d57bc9-d3a4-4ee8-885b-38ce2f0c857c" providerId="ADAL" clId="{0C908628-89F8-4118-A3EE-29844D690BF4}" dt="2024-06-26T09:19:21.182" v="608"/>
        <pc:sldMkLst>
          <pc:docMk/>
          <pc:sldMk cId="124968358" sldId="5928"/>
        </pc:sldMkLst>
      </pc:sldChg>
      <pc:sldChg chg="del">
        <pc:chgData name="Ashwani Mishra" userId="15d57bc9-d3a4-4ee8-885b-38ce2f0c857c" providerId="ADAL" clId="{0C908628-89F8-4118-A3EE-29844D690BF4}" dt="2024-06-26T09:19:17.459" v="607" actId="2696"/>
        <pc:sldMkLst>
          <pc:docMk/>
          <pc:sldMk cId="902625032" sldId="5928"/>
        </pc:sldMkLst>
      </pc:sldChg>
      <pc:sldChg chg="del">
        <pc:chgData name="Ashwani Mishra" userId="15d57bc9-d3a4-4ee8-885b-38ce2f0c857c" providerId="ADAL" clId="{0C908628-89F8-4118-A3EE-29844D690BF4}" dt="2024-06-26T09:19:17.459" v="607" actId="2696"/>
        <pc:sldMkLst>
          <pc:docMk/>
          <pc:sldMk cId="2506995720" sldId="6031"/>
        </pc:sldMkLst>
      </pc:sldChg>
      <pc:sldChg chg="add">
        <pc:chgData name="Ashwani Mishra" userId="15d57bc9-d3a4-4ee8-885b-38ce2f0c857c" providerId="ADAL" clId="{0C908628-89F8-4118-A3EE-29844D690BF4}" dt="2024-06-26T09:19:21.182" v="608"/>
        <pc:sldMkLst>
          <pc:docMk/>
          <pc:sldMk cId="4095797323" sldId="6031"/>
        </pc:sldMkLst>
      </pc:sldChg>
      <pc:sldChg chg="add">
        <pc:chgData name="Ashwani Mishra" userId="15d57bc9-d3a4-4ee8-885b-38ce2f0c857c" providerId="ADAL" clId="{0C908628-89F8-4118-A3EE-29844D690BF4}" dt="2024-06-26T09:19:21.182" v="608"/>
        <pc:sldMkLst>
          <pc:docMk/>
          <pc:sldMk cId="2960193944" sldId="6032"/>
        </pc:sldMkLst>
      </pc:sldChg>
      <pc:sldChg chg="del">
        <pc:chgData name="Ashwani Mishra" userId="15d57bc9-d3a4-4ee8-885b-38ce2f0c857c" providerId="ADAL" clId="{0C908628-89F8-4118-A3EE-29844D690BF4}" dt="2024-06-26T09:19:17.459" v="607" actId="2696"/>
        <pc:sldMkLst>
          <pc:docMk/>
          <pc:sldMk cId="3881750626" sldId="6032"/>
        </pc:sldMkLst>
      </pc:sldChg>
      <pc:sldChg chg="del">
        <pc:chgData name="Ashwani Mishra" userId="15d57bc9-d3a4-4ee8-885b-38ce2f0c857c" providerId="ADAL" clId="{0C908628-89F8-4118-A3EE-29844D690BF4}" dt="2024-06-26T09:19:17.459" v="607" actId="2696"/>
        <pc:sldMkLst>
          <pc:docMk/>
          <pc:sldMk cId="3101900149" sldId="6033"/>
        </pc:sldMkLst>
      </pc:sldChg>
      <pc:sldChg chg="add">
        <pc:chgData name="Ashwani Mishra" userId="15d57bc9-d3a4-4ee8-885b-38ce2f0c857c" providerId="ADAL" clId="{0C908628-89F8-4118-A3EE-29844D690BF4}" dt="2024-06-26T09:19:21.182" v="608"/>
        <pc:sldMkLst>
          <pc:docMk/>
          <pc:sldMk cId="3762988662" sldId="6033"/>
        </pc:sldMkLst>
      </pc:sldChg>
      <pc:sldChg chg="del">
        <pc:chgData name="Ashwani Mishra" userId="15d57bc9-d3a4-4ee8-885b-38ce2f0c857c" providerId="ADAL" clId="{0C908628-89F8-4118-A3EE-29844D690BF4}" dt="2024-06-26T09:19:17.459" v="607" actId="2696"/>
        <pc:sldMkLst>
          <pc:docMk/>
          <pc:sldMk cId="106795822" sldId="6034"/>
        </pc:sldMkLst>
      </pc:sldChg>
      <pc:sldChg chg="add">
        <pc:chgData name="Ashwani Mishra" userId="15d57bc9-d3a4-4ee8-885b-38ce2f0c857c" providerId="ADAL" clId="{0C908628-89F8-4118-A3EE-29844D690BF4}" dt="2024-06-26T09:19:21.182" v="608"/>
        <pc:sldMkLst>
          <pc:docMk/>
          <pc:sldMk cId="232938452" sldId="6034"/>
        </pc:sldMkLst>
      </pc:sldChg>
      <pc:sldChg chg="add">
        <pc:chgData name="Ashwani Mishra" userId="15d57bc9-d3a4-4ee8-885b-38ce2f0c857c" providerId="ADAL" clId="{0C908628-89F8-4118-A3EE-29844D690BF4}" dt="2024-06-26T09:19:21.182" v="608"/>
        <pc:sldMkLst>
          <pc:docMk/>
          <pc:sldMk cId="1983986002" sldId="6035"/>
        </pc:sldMkLst>
      </pc:sldChg>
      <pc:sldChg chg="del">
        <pc:chgData name="Ashwani Mishra" userId="15d57bc9-d3a4-4ee8-885b-38ce2f0c857c" providerId="ADAL" clId="{0C908628-89F8-4118-A3EE-29844D690BF4}" dt="2024-06-26T09:19:17.459" v="607" actId="2696"/>
        <pc:sldMkLst>
          <pc:docMk/>
          <pc:sldMk cId="2515747275" sldId="6035"/>
        </pc:sldMkLst>
      </pc:sldChg>
      <pc:sldChg chg="delSp modSp del mod">
        <pc:chgData name="Ashwani Mishra" userId="15d57bc9-d3a4-4ee8-885b-38ce2f0c857c" providerId="ADAL" clId="{0C908628-89F8-4118-A3EE-29844D690BF4}" dt="2024-06-26T09:19:25.916" v="609" actId="2696"/>
        <pc:sldMkLst>
          <pc:docMk/>
          <pc:sldMk cId="4274876319" sldId="6038"/>
        </pc:sldMkLst>
      </pc:sldChg>
      <pc:sldChg chg="add">
        <pc:chgData name="Ashwani Mishra" userId="15d57bc9-d3a4-4ee8-885b-38ce2f0c857c" providerId="ADAL" clId="{0C908628-89F8-4118-A3EE-29844D690BF4}" dt="2024-06-26T09:20:05.032" v="613"/>
        <pc:sldMkLst>
          <pc:docMk/>
          <pc:sldMk cId="1468102244" sldId="6248"/>
        </pc:sldMkLst>
      </pc:sldChg>
      <pc:sldChg chg="del ord">
        <pc:chgData name="Ashwani Mishra" userId="15d57bc9-d3a4-4ee8-885b-38ce2f0c857c" providerId="ADAL" clId="{0C908628-89F8-4118-A3EE-29844D690BF4}" dt="2024-06-26T09:20:01.521" v="612" actId="2696"/>
        <pc:sldMkLst>
          <pc:docMk/>
          <pc:sldMk cId="2143177125" sldId="6248"/>
        </pc:sldMkLst>
      </pc:sldChg>
      <pc:sldChg chg="modSp mod">
        <pc:chgData name="Ashwani Mishra" userId="15d57bc9-d3a4-4ee8-885b-38ce2f0c857c" providerId="ADAL" clId="{0C908628-89F8-4118-A3EE-29844D690BF4}" dt="2024-06-26T11:24:03.438" v="839" actId="20577"/>
        <pc:sldMkLst>
          <pc:docMk/>
          <pc:sldMk cId="221505521" sldId="6321"/>
        </pc:sldMkLst>
      </pc:sldChg>
      <pc:sldChg chg="modSp mod">
        <pc:chgData name="Ashwani Mishra" userId="15d57bc9-d3a4-4ee8-885b-38ce2f0c857c" providerId="ADAL" clId="{0C908628-89F8-4118-A3EE-29844D690BF4}" dt="2024-06-26T11:24:17.077" v="842" actId="20577"/>
        <pc:sldMkLst>
          <pc:docMk/>
          <pc:sldMk cId="362077388" sldId="6322"/>
        </pc:sldMkLst>
      </pc:sldChg>
      <pc:sldChg chg="modSp mod">
        <pc:chgData name="Ashwani Mishra" userId="15d57bc9-d3a4-4ee8-885b-38ce2f0c857c" providerId="ADAL" clId="{0C908628-89F8-4118-A3EE-29844D690BF4}" dt="2024-06-26T11:24:25.037" v="845" actId="20577"/>
        <pc:sldMkLst>
          <pc:docMk/>
          <pc:sldMk cId="2233062774" sldId="6323"/>
        </pc:sldMkLst>
      </pc:sldChg>
      <pc:sldChg chg="modSp mod">
        <pc:chgData name="Ashwani Mishra" userId="15d57bc9-d3a4-4ee8-885b-38ce2f0c857c" providerId="ADAL" clId="{0C908628-89F8-4118-A3EE-29844D690BF4}" dt="2024-06-26T07:58:57.060" v="344" actId="2711"/>
        <pc:sldMkLst>
          <pc:docMk/>
          <pc:sldMk cId="799634694" sldId="2145708978"/>
        </pc:sldMkLst>
      </pc:sldChg>
      <pc:sldChg chg="modSp mod">
        <pc:chgData name="Ashwani Mishra" userId="15d57bc9-d3a4-4ee8-885b-38ce2f0c857c" providerId="ADAL" clId="{0C908628-89F8-4118-A3EE-29844D690BF4}" dt="2024-06-26T07:19:45.530" v="6"/>
        <pc:sldMkLst>
          <pc:docMk/>
          <pc:sldMk cId="2915413342" sldId="2145709040"/>
        </pc:sldMkLst>
      </pc:sldChg>
      <pc:sldChg chg="modSp mod">
        <pc:chgData name="Ashwani Mishra" userId="15d57bc9-d3a4-4ee8-885b-38ce2f0c857c" providerId="ADAL" clId="{0C908628-89F8-4118-A3EE-29844D690BF4}" dt="2024-06-26T07:36:14.380" v="145"/>
        <pc:sldMkLst>
          <pc:docMk/>
          <pc:sldMk cId="2170024570" sldId="2145709043"/>
        </pc:sldMkLst>
      </pc:sldChg>
      <pc:sldChg chg="modSp mod">
        <pc:chgData name="Ashwani Mishra" userId="15d57bc9-d3a4-4ee8-885b-38ce2f0c857c" providerId="ADAL" clId="{0C908628-89F8-4118-A3EE-29844D690BF4}" dt="2024-06-26T12:40:06.134" v="881"/>
        <pc:sldMkLst>
          <pc:docMk/>
          <pc:sldMk cId="1060553319" sldId="2145709045"/>
        </pc:sldMkLst>
      </pc:sldChg>
      <pc:sldChg chg="addSp delSp modSp mod">
        <pc:chgData name="Ashwani Mishra" userId="15d57bc9-d3a4-4ee8-885b-38ce2f0c857c" providerId="ADAL" clId="{0C908628-89F8-4118-A3EE-29844D690BF4}" dt="2024-06-26T12:40:13.631" v="883"/>
        <pc:sldMkLst>
          <pc:docMk/>
          <pc:sldMk cId="2233215685" sldId="2145709046"/>
        </pc:sldMkLst>
      </pc:sldChg>
      <pc:sldChg chg="modSp">
        <pc:chgData name="Ashwani Mishra" userId="15d57bc9-d3a4-4ee8-885b-38ce2f0c857c" providerId="ADAL" clId="{0C908628-89F8-4118-A3EE-29844D690BF4}" dt="2024-06-26T12:41:45.527" v="884"/>
        <pc:sldMkLst>
          <pc:docMk/>
          <pc:sldMk cId="3750506967" sldId="2145709048"/>
        </pc:sldMkLst>
      </pc:sldChg>
      <pc:sldChg chg="modSp mod">
        <pc:chgData name="Ashwani Mishra" userId="15d57bc9-d3a4-4ee8-885b-38ce2f0c857c" providerId="ADAL" clId="{0C908628-89F8-4118-A3EE-29844D690BF4}" dt="2024-06-26T07:43:21.224" v="275"/>
        <pc:sldMkLst>
          <pc:docMk/>
          <pc:sldMk cId="1444399480" sldId="2145709053"/>
        </pc:sldMkLst>
      </pc:sldChg>
      <pc:sldChg chg="modSp mod">
        <pc:chgData name="Ashwani Mishra" userId="15d57bc9-d3a4-4ee8-885b-38ce2f0c857c" providerId="ADAL" clId="{0C908628-89F8-4118-A3EE-29844D690BF4}" dt="2024-06-26T11:21:42.505" v="798" actId="108"/>
        <pc:sldMkLst>
          <pc:docMk/>
          <pc:sldMk cId="1799826521" sldId="2145709055"/>
        </pc:sldMkLst>
      </pc:sldChg>
      <pc:sldChg chg="modSp mod">
        <pc:chgData name="Ashwani Mishra" userId="15d57bc9-d3a4-4ee8-885b-38ce2f0c857c" providerId="ADAL" clId="{0C908628-89F8-4118-A3EE-29844D690BF4}" dt="2024-06-26T11:21:58.981" v="801" actId="108"/>
        <pc:sldMkLst>
          <pc:docMk/>
          <pc:sldMk cId="3925078302" sldId="2145709056"/>
        </pc:sldMkLst>
      </pc:sldChg>
      <pc:sldChg chg="modSp mod">
        <pc:chgData name="Ashwani Mishra" userId="15d57bc9-d3a4-4ee8-885b-38ce2f0c857c" providerId="ADAL" clId="{0C908628-89F8-4118-A3EE-29844D690BF4}" dt="2024-06-26T11:22:26.288" v="810" actId="20577"/>
        <pc:sldMkLst>
          <pc:docMk/>
          <pc:sldMk cId="2557009241" sldId="2145709057"/>
        </pc:sldMkLst>
      </pc:sldChg>
      <pc:sldChg chg="modSp mod">
        <pc:chgData name="Ashwani Mishra" userId="15d57bc9-d3a4-4ee8-885b-38ce2f0c857c" providerId="ADAL" clId="{0C908628-89F8-4118-A3EE-29844D690BF4}" dt="2024-06-26T07:41:21.012" v="221"/>
        <pc:sldMkLst>
          <pc:docMk/>
          <pc:sldMk cId="730183974" sldId="2145709066"/>
        </pc:sldMkLst>
      </pc:sldChg>
      <pc:sldChg chg="add">
        <pc:chgData name="Ashwani Mishra" userId="15d57bc9-d3a4-4ee8-885b-38ce2f0c857c" providerId="ADAL" clId="{0C908628-89F8-4118-A3EE-29844D690BF4}" dt="2024-06-26T09:20:05.032" v="613"/>
        <pc:sldMkLst>
          <pc:docMk/>
          <pc:sldMk cId="1596110750" sldId="2145709164"/>
        </pc:sldMkLst>
      </pc:sldChg>
      <pc:sldChg chg="del">
        <pc:chgData name="Ashwani Mishra" userId="15d57bc9-d3a4-4ee8-885b-38ce2f0c857c" providerId="ADAL" clId="{0C908628-89F8-4118-A3EE-29844D690BF4}" dt="2024-06-26T09:20:01.521" v="612" actId="2696"/>
        <pc:sldMkLst>
          <pc:docMk/>
          <pc:sldMk cId="3633257175" sldId="2145709164"/>
        </pc:sldMkLst>
      </pc:sldChg>
      <pc:sldChg chg="modSp mod">
        <pc:chgData name="Ashwani Mishra" userId="15d57bc9-d3a4-4ee8-885b-38ce2f0c857c" providerId="ADAL" clId="{0C908628-89F8-4118-A3EE-29844D690BF4}" dt="2024-06-27T06:16:26.566" v="931" actId="20577"/>
        <pc:sldMkLst>
          <pc:docMk/>
          <pc:sldMk cId="432471066" sldId="2145709168"/>
        </pc:sldMkLst>
      </pc:sldChg>
      <pc:sldChg chg="ord">
        <pc:chgData name="Ashwani Mishra" userId="15d57bc9-d3a4-4ee8-885b-38ce2f0c857c" providerId="ADAL" clId="{0C908628-89F8-4118-A3EE-29844D690BF4}" dt="2024-06-26T09:15:13.650" v="576"/>
        <pc:sldMkLst>
          <pc:docMk/>
          <pc:sldMk cId="4028716161" sldId="2145709169"/>
        </pc:sldMkLst>
      </pc:sldChg>
      <pc:sldChg chg="modSp mod">
        <pc:chgData name="Ashwani Mishra" userId="15d57bc9-d3a4-4ee8-885b-38ce2f0c857c" providerId="ADAL" clId="{0C908628-89F8-4118-A3EE-29844D690BF4}" dt="2024-06-26T07:58:11.602" v="342" actId="20577"/>
        <pc:sldMkLst>
          <pc:docMk/>
          <pc:sldMk cId="2222909355" sldId="2145709171"/>
        </pc:sldMkLst>
      </pc:sldChg>
      <pc:sldChg chg="modSp mod">
        <pc:chgData name="Ashwani Mishra" userId="15d57bc9-d3a4-4ee8-885b-38ce2f0c857c" providerId="ADAL" clId="{0C908628-89F8-4118-A3EE-29844D690BF4}" dt="2024-06-26T12:42:16.579" v="885"/>
        <pc:sldMkLst>
          <pc:docMk/>
          <pc:sldMk cId="1478649589" sldId="2145709191"/>
        </pc:sldMkLst>
      </pc:sldChg>
      <pc:sldChg chg="modSp mod">
        <pc:chgData name="Ashwani Mishra" userId="15d57bc9-d3a4-4ee8-885b-38ce2f0c857c" providerId="ADAL" clId="{0C908628-89F8-4118-A3EE-29844D690BF4}" dt="2024-06-26T12:43:18.126" v="888" actId="20577"/>
        <pc:sldMkLst>
          <pc:docMk/>
          <pc:sldMk cId="3749733307" sldId="2145709200"/>
        </pc:sldMkLst>
      </pc:sldChg>
      <pc:sldChg chg="modSp mod">
        <pc:chgData name="Ashwani Mishra" userId="15d57bc9-d3a4-4ee8-885b-38ce2f0c857c" providerId="ADAL" clId="{0C908628-89F8-4118-A3EE-29844D690BF4}" dt="2024-06-26T12:43:56.235" v="894" actId="20577"/>
        <pc:sldMkLst>
          <pc:docMk/>
          <pc:sldMk cId="509921694" sldId="2145709203"/>
        </pc:sldMkLst>
      </pc:sldChg>
      <pc:sldChg chg="modSp mod">
        <pc:chgData name="Ashwani Mishra" userId="15d57bc9-d3a4-4ee8-885b-38ce2f0c857c" providerId="ADAL" clId="{0C908628-89F8-4118-A3EE-29844D690BF4}" dt="2024-06-26T12:44:11.295" v="897" actId="20577"/>
        <pc:sldMkLst>
          <pc:docMk/>
          <pc:sldMk cId="108617586" sldId="2145709204"/>
        </pc:sldMkLst>
      </pc:sldChg>
      <pc:sldChg chg="modSp mod">
        <pc:chgData name="Ashwani Mishra" userId="15d57bc9-d3a4-4ee8-885b-38ce2f0c857c" providerId="ADAL" clId="{0C908628-89F8-4118-A3EE-29844D690BF4}" dt="2024-06-26T12:44:48.301" v="900" actId="6549"/>
        <pc:sldMkLst>
          <pc:docMk/>
          <pc:sldMk cId="1574735728" sldId="2145709207"/>
        </pc:sldMkLst>
      </pc:sldChg>
      <pc:sldChg chg="modSp mod">
        <pc:chgData name="Ashwani Mishra" userId="15d57bc9-d3a4-4ee8-885b-38ce2f0c857c" providerId="ADAL" clId="{0C908628-89F8-4118-A3EE-29844D690BF4}" dt="2024-06-26T08:21:17.259" v="540" actId="20577"/>
        <pc:sldMkLst>
          <pc:docMk/>
          <pc:sldMk cId="2656657796" sldId="2145709208"/>
        </pc:sldMkLst>
      </pc:sldChg>
      <pc:sldChg chg="modSp mod">
        <pc:chgData name="Ashwani Mishra" userId="15d57bc9-d3a4-4ee8-885b-38ce2f0c857c" providerId="ADAL" clId="{0C908628-89F8-4118-A3EE-29844D690BF4}" dt="2024-06-26T08:21:12.714" v="538" actId="20577"/>
        <pc:sldMkLst>
          <pc:docMk/>
          <pc:sldMk cId="923075846" sldId="2145709209"/>
        </pc:sldMkLst>
      </pc:sldChg>
      <pc:sldChg chg="modSp mod">
        <pc:chgData name="Ashwani Mishra" userId="15d57bc9-d3a4-4ee8-885b-38ce2f0c857c" providerId="ADAL" clId="{0C908628-89F8-4118-A3EE-29844D690BF4}" dt="2024-06-26T08:04:42.065" v="391"/>
        <pc:sldMkLst>
          <pc:docMk/>
          <pc:sldMk cId="723396954" sldId="2145709210"/>
        </pc:sldMkLst>
      </pc:sldChg>
      <pc:sldChg chg="addSp modSp mod">
        <pc:chgData name="Ashwani Mishra" userId="15d57bc9-d3a4-4ee8-885b-38ce2f0c857c" providerId="ADAL" clId="{0C908628-89F8-4118-A3EE-29844D690BF4}" dt="2024-06-26T08:05:46.691" v="394" actId="1076"/>
        <pc:sldMkLst>
          <pc:docMk/>
          <pc:sldMk cId="0" sldId="2145709211"/>
        </pc:sldMkLst>
      </pc:sldChg>
      <pc:sldChg chg="modSp mod">
        <pc:chgData name="Ashwani Mishra" userId="15d57bc9-d3a4-4ee8-885b-38ce2f0c857c" providerId="ADAL" clId="{0C908628-89F8-4118-A3EE-29844D690BF4}" dt="2024-06-26T12:43:31.411" v="891" actId="20577"/>
        <pc:sldMkLst>
          <pc:docMk/>
          <pc:sldMk cId="2611867153" sldId="2145709212"/>
        </pc:sldMkLst>
      </pc:sldChg>
      <pc:sldChg chg="add">
        <pc:chgData name="Ashwani Mishra" userId="15d57bc9-d3a4-4ee8-885b-38ce2f0c857c" providerId="ADAL" clId="{0C908628-89F8-4118-A3EE-29844D690BF4}" dt="2024-06-26T09:14:17.440" v="572"/>
        <pc:sldMkLst>
          <pc:docMk/>
          <pc:sldMk cId="1573293131" sldId="2145709214"/>
        </pc:sldMkLst>
      </pc:sldChg>
      <pc:sldChg chg="del">
        <pc:chgData name="Ashwani Mishra" userId="15d57bc9-d3a4-4ee8-885b-38ce2f0c857c" providerId="ADAL" clId="{0C908628-89F8-4118-A3EE-29844D690BF4}" dt="2024-06-26T09:14:12.628" v="571" actId="2696"/>
        <pc:sldMkLst>
          <pc:docMk/>
          <pc:sldMk cId="3097490130" sldId="2145709214"/>
        </pc:sldMkLst>
      </pc:sldChg>
      <pc:sldChg chg="add">
        <pc:chgData name="Ashwani Mishra" userId="15d57bc9-d3a4-4ee8-885b-38ce2f0c857c" providerId="ADAL" clId="{0C908628-89F8-4118-A3EE-29844D690BF4}" dt="2024-06-26T09:14:35.298" v="574"/>
        <pc:sldMkLst>
          <pc:docMk/>
          <pc:sldMk cId="2679415752" sldId="2145709216"/>
        </pc:sldMkLst>
      </pc:sldChg>
      <pc:sldChg chg="del">
        <pc:chgData name="Ashwani Mishra" userId="15d57bc9-d3a4-4ee8-885b-38ce2f0c857c" providerId="ADAL" clId="{0C908628-89F8-4118-A3EE-29844D690BF4}" dt="2024-06-26T09:14:31.414" v="573" actId="2696"/>
        <pc:sldMkLst>
          <pc:docMk/>
          <pc:sldMk cId="4209638789" sldId="2145709216"/>
        </pc:sldMkLst>
      </pc:sldChg>
      <pc:sldChg chg="add">
        <pc:chgData name="Ashwani Mishra" userId="15d57bc9-d3a4-4ee8-885b-38ce2f0c857c" providerId="ADAL" clId="{0C908628-89F8-4118-A3EE-29844D690BF4}" dt="2024-06-26T09:14:17.440" v="572"/>
        <pc:sldMkLst>
          <pc:docMk/>
          <pc:sldMk cId="174091374" sldId="2145709217"/>
        </pc:sldMkLst>
      </pc:sldChg>
      <pc:sldChg chg="del">
        <pc:chgData name="Ashwani Mishra" userId="15d57bc9-d3a4-4ee8-885b-38ce2f0c857c" providerId="ADAL" clId="{0C908628-89F8-4118-A3EE-29844D690BF4}" dt="2024-06-26T07:36:25.939" v="146" actId="2696"/>
        <pc:sldMkLst>
          <pc:docMk/>
          <pc:sldMk cId="2930840622" sldId="2145709217"/>
        </pc:sldMkLst>
      </pc:sldChg>
      <pc:sldChg chg="add del">
        <pc:chgData name="Ashwani Mishra" userId="15d57bc9-d3a4-4ee8-885b-38ce2f0c857c" providerId="ADAL" clId="{0C908628-89F8-4118-A3EE-29844D690BF4}" dt="2024-06-26T09:14:12.628" v="571" actId="2696"/>
        <pc:sldMkLst>
          <pc:docMk/>
          <pc:sldMk cId="3041929623" sldId="2145709217"/>
        </pc:sldMkLst>
      </pc:sldChg>
      <pc:sldChg chg="del">
        <pc:chgData name="Ashwani Mishra" userId="15d57bc9-d3a4-4ee8-885b-38ce2f0c857c" providerId="ADAL" clId="{0C908628-89F8-4118-A3EE-29844D690BF4}" dt="2024-06-26T09:14:12.628" v="571" actId="2696"/>
        <pc:sldMkLst>
          <pc:docMk/>
          <pc:sldMk cId="1761924982" sldId="2145709218"/>
        </pc:sldMkLst>
      </pc:sldChg>
      <pc:sldChg chg="add">
        <pc:chgData name="Ashwani Mishra" userId="15d57bc9-d3a4-4ee8-885b-38ce2f0c857c" providerId="ADAL" clId="{0C908628-89F8-4118-A3EE-29844D690BF4}" dt="2024-06-26T09:14:17.440" v="572"/>
        <pc:sldMkLst>
          <pc:docMk/>
          <pc:sldMk cId="1989515576" sldId="2145709218"/>
        </pc:sldMkLst>
      </pc:sldChg>
      <pc:sldChg chg="modSp mod">
        <pc:chgData name="Ashwani Mishra" userId="15d57bc9-d3a4-4ee8-885b-38ce2f0c857c" providerId="ADAL" clId="{0C908628-89F8-4118-A3EE-29844D690BF4}" dt="2024-06-26T08:26:11.234" v="570"/>
        <pc:sldMkLst>
          <pc:docMk/>
          <pc:sldMk cId="1805333659" sldId="2145709231"/>
        </pc:sldMkLst>
      </pc:sldChg>
      <pc:sldChg chg="add">
        <pc:chgData name="Ashwani Mishra" userId="15d57bc9-d3a4-4ee8-885b-38ce2f0c857c" providerId="ADAL" clId="{0C908628-89F8-4118-A3EE-29844D690BF4}" dt="2024-06-26T09:14:17.440" v="572"/>
        <pc:sldMkLst>
          <pc:docMk/>
          <pc:sldMk cId="793196934" sldId="2147376141"/>
        </pc:sldMkLst>
      </pc:sldChg>
      <pc:sldChg chg="del">
        <pc:chgData name="Ashwani Mishra" userId="15d57bc9-d3a4-4ee8-885b-38ce2f0c857c" providerId="ADAL" clId="{0C908628-89F8-4118-A3EE-29844D690BF4}" dt="2024-06-26T09:14:12.628" v="571" actId="2696"/>
        <pc:sldMkLst>
          <pc:docMk/>
          <pc:sldMk cId="884954211" sldId="2147376141"/>
        </pc:sldMkLst>
      </pc:sldChg>
      <pc:sldChg chg="modSp mod">
        <pc:chgData name="Ashwani Mishra" userId="15d57bc9-d3a4-4ee8-885b-38ce2f0c857c" providerId="ADAL" clId="{0C908628-89F8-4118-A3EE-29844D690BF4}" dt="2024-06-26T08:20:02.338" v="518" actId="20577"/>
        <pc:sldMkLst>
          <pc:docMk/>
          <pc:sldMk cId="1563699850" sldId="2147376144"/>
        </pc:sldMkLst>
      </pc:sldChg>
      <pc:sldChg chg="del">
        <pc:chgData name="Ashwani Mishra" userId="15d57bc9-d3a4-4ee8-885b-38ce2f0c857c" providerId="ADAL" clId="{0C908628-89F8-4118-A3EE-29844D690BF4}" dt="2024-06-26T09:19:17.459" v="607" actId="2696"/>
        <pc:sldMkLst>
          <pc:docMk/>
          <pc:sldMk cId="731278685" sldId="2147376145"/>
        </pc:sldMkLst>
      </pc:sldChg>
      <pc:sldChg chg="add">
        <pc:chgData name="Ashwani Mishra" userId="15d57bc9-d3a4-4ee8-885b-38ce2f0c857c" providerId="ADAL" clId="{0C908628-89F8-4118-A3EE-29844D690BF4}" dt="2024-06-26T09:19:21.182" v="608"/>
        <pc:sldMkLst>
          <pc:docMk/>
          <pc:sldMk cId="987636983" sldId="2147376145"/>
        </pc:sldMkLst>
      </pc:sldChg>
      <pc:sldChg chg="del">
        <pc:chgData name="Ashwani Mishra" userId="15d57bc9-d3a4-4ee8-885b-38ce2f0c857c" providerId="ADAL" clId="{0C908628-89F8-4118-A3EE-29844D690BF4}" dt="2024-06-26T09:19:17.459" v="607" actId="2696"/>
        <pc:sldMkLst>
          <pc:docMk/>
          <pc:sldMk cId="1887680349" sldId="2147376146"/>
        </pc:sldMkLst>
      </pc:sldChg>
      <pc:sldChg chg="add">
        <pc:chgData name="Ashwani Mishra" userId="15d57bc9-d3a4-4ee8-885b-38ce2f0c857c" providerId="ADAL" clId="{0C908628-89F8-4118-A3EE-29844D690BF4}" dt="2024-06-26T09:19:21.182" v="608"/>
        <pc:sldMkLst>
          <pc:docMk/>
          <pc:sldMk cId="2347247811" sldId="2147376146"/>
        </pc:sldMkLst>
      </pc:sldChg>
      <pc:sldChg chg="modSp mod">
        <pc:chgData name="Ashwani Mishra" userId="15d57bc9-d3a4-4ee8-885b-38ce2f0c857c" providerId="ADAL" clId="{0C908628-89F8-4118-A3EE-29844D690BF4}" dt="2024-06-26T11:21:08.462" v="795" actId="6549"/>
        <pc:sldMkLst>
          <pc:docMk/>
          <pc:sldMk cId="3709877784" sldId="2147376147"/>
        </pc:sldMkLst>
      </pc:sldChg>
      <pc:sldChg chg="add">
        <pc:chgData name="Ashwani Mishra" userId="15d57bc9-d3a4-4ee8-885b-38ce2f0c857c" providerId="ADAL" clId="{0C908628-89F8-4118-A3EE-29844D690BF4}" dt="2024-06-26T09:20:27.972" v="615"/>
        <pc:sldMkLst>
          <pc:docMk/>
          <pc:sldMk cId="3507719620" sldId="2147376148"/>
        </pc:sldMkLst>
      </pc:sldChg>
      <pc:sldChg chg="del">
        <pc:chgData name="Ashwani Mishra" userId="15d57bc9-d3a4-4ee8-885b-38ce2f0c857c" providerId="ADAL" clId="{0C908628-89F8-4118-A3EE-29844D690BF4}" dt="2024-06-26T09:20:24.823" v="614" actId="2696"/>
        <pc:sldMkLst>
          <pc:docMk/>
          <pc:sldMk cId="3963502927" sldId="2147376148"/>
        </pc:sldMkLst>
      </pc:sldChg>
      <pc:sldChg chg="add">
        <pc:chgData name="Ashwani Mishra" userId="15d57bc9-d3a4-4ee8-885b-38ce2f0c857c" providerId="ADAL" clId="{0C908628-89F8-4118-A3EE-29844D690BF4}" dt="2024-06-26T09:20:27.972" v="615"/>
        <pc:sldMkLst>
          <pc:docMk/>
          <pc:sldMk cId="1179812339" sldId="2147376149"/>
        </pc:sldMkLst>
      </pc:sldChg>
      <pc:sldChg chg="del">
        <pc:chgData name="Ashwani Mishra" userId="15d57bc9-d3a4-4ee8-885b-38ce2f0c857c" providerId="ADAL" clId="{0C908628-89F8-4118-A3EE-29844D690BF4}" dt="2024-06-26T09:20:24.823" v="614" actId="2696"/>
        <pc:sldMkLst>
          <pc:docMk/>
          <pc:sldMk cId="1475360595" sldId="2147376149"/>
        </pc:sldMkLst>
      </pc:sldChg>
      <pc:sldChg chg="del">
        <pc:chgData name="Ashwani Mishra" userId="15d57bc9-d3a4-4ee8-885b-38ce2f0c857c" providerId="ADAL" clId="{0C908628-89F8-4118-A3EE-29844D690BF4}" dt="2024-06-26T09:20:24.823" v="614" actId="2696"/>
        <pc:sldMkLst>
          <pc:docMk/>
          <pc:sldMk cId="404566268" sldId="2147376150"/>
        </pc:sldMkLst>
      </pc:sldChg>
      <pc:sldChg chg="add">
        <pc:chgData name="Ashwani Mishra" userId="15d57bc9-d3a4-4ee8-885b-38ce2f0c857c" providerId="ADAL" clId="{0C908628-89F8-4118-A3EE-29844D690BF4}" dt="2024-06-26T09:20:27.972" v="615"/>
        <pc:sldMkLst>
          <pc:docMk/>
          <pc:sldMk cId="2241610559" sldId="2147376150"/>
        </pc:sldMkLst>
      </pc:sldChg>
      <pc:sldChg chg="del">
        <pc:chgData name="Ashwani Mishra" userId="15d57bc9-d3a4-4ee8-885b-38ce2f0c857c" providerId="ADAL" clId="{0C908628-89F8-4118-A3EE-29844D690BF4}" dt="2024-06-26T09:20:24.823" v="614" actId="2696"/>
        <pc:sldMkLst>
          <pc:docMk/>
          <pc:sldMk cId="2430048782" sldId="2147376151"/>
        </pc:sldMkLst>
      </pc:sldChg>
      <pc:sldChg chg="add">
        <pc:chgData name="Ashwani Mishra" userId="15d57bc9-d3a4-4ee8-885b-38ce2f0c857c" providerId="ADAL" clId="{0C908628-89F8-4118-A3EE-29844D690BF4}" dt="2024-06-26T09:20:27.972" v="615"/>
        <pc:sldMkLst>
          <pc:docMk/>
          <pc:sldMk cId="3912905512" sldId="2147376151"/>
        </pc:sldMkLst>
      </pc:sldChg>
      <pc:sldChg chg="del">
        <pc:chgData name="Ashwani Mishra" userId="15d57bc9-d3a4-4ee8-885b-38ce2f0c857c" providerId="ADAL" clId="{0C908628-89F8-4118-A3EE-29844D690BF4}" dt="2024-06-26T09:20:24.823" v="614" actId="2696"/>
        <pc:sldMkLst>
          <pc:docMk/>
          <pc:sldMk cId="1185020605" sldId="2147376152"/>
        </pc:sldMkLst>
      </pc:sldChg>
      <pc:sldChg chg="add">
        <pc:chgData name="Ashwani Mishra" userId="15d57bc9-d3a4-4ee8-885b-38ce2f0c857c" providerId="ADAL" clId="{0C908628-89F8-4118-A3EE-29844D690BF4}" dt="2024-06-26T09:20:27.972" v="615"/>
        <pc:sldMkLst>
          <pc:docMk/>
          <pc:sldMk cId="2177608152" sldId="2147376152"/>
        </pc:sldMkLst>
      </pc:sldChg>
      <pc:sldChg chg="del">
        <pc:chgData name="Ashwani Mishra" userId="15d57bc9-d3a4-4ee8-885b-38ce2f0c857c" providerId="ADAL" clId="{0C908628-89F8-4118-A3EE-29844D690BF4}" dt="2024-06-26T09:20:24.823" v="614" actId="2696"/>
        <pc:sldMkLst>
          <pc:docMk/>
          <pc:sldMk cId="1252791213" sldId="2147376153"/>
        </pc:sldMkLst>
      </pc:sldChg>
      <pc:sldChg chg="add">
        <pc:chgData name="Ashwani Mishra" userId="15d57bc9-d3a4-4ee8-885b-38ce2f0c857c" providerId="ADAL" clId="{0C908628-89F8-4118-A3EE-29844D690BF4}" dt="2024-06-26T09:20:27.972" v="615"/>
        <pc:sldMkLst>
          <pc:docMk/>
          <pc:sldMk cId="4185833469" sldId="2147376153"/>
        </pc:sldMkLst>
      </pc:sldChg>
      <pc:sldChg chg="add">
        <pc:chgData name="Ashwani Mishra" userId="15d57bc9-d3a4-4ee8-885b-38ce2f0c857c" providerId="ADAL" clId="{0C908628-89F8-4118-A3EE-29844D690BF4}" dt="2024-06-26T09:20:27.972" v="615"/>
        <pc:sldMkLst>
          <pc:docMk/>
          <pc:sldMk cId="721058716" sldId="2147376154"/>
        </pc:sldMkLst>
      </pc:sldChg>
      <pc:sldChg chg="del">
        <pc:chgData name="Ashwani Mishra" userId="15d57bc9-d3a4-4ee8-885b-38ce2f0c857c" providerId="ADAL" clId="{0C908628-89F8-4118-A3EE-29844D690BF4}" dt="2024-06-26T09:20:24.823" v="614" actId="2696"/>
        <pc:sldMkLst>
          <pc:docMk/>
          <pc:sldMk cId="3870838020" sldId="2147376154"/>
        </pc:sldMkLst>
      </pc:sldChg>
      <pc:sldChg chg="modSp mod">
        <pc:chgData name="Ashwani Mishra" userId="15d57bc9-d3a4-4ee8-885b-38ce2f0c857c" providerId="ADAL" clId="{0C908628-89F8-4118-A3EE-29844D690BF4}" dt="2024-06-26T10:59:48.363" v="743" actId="20577"/>
        <pc:sldMkLst>
          <pc:docMk/>
          <pc:sldMk cId="1500137299" sldId="2147376156"/>
        </pc:sldMkLst>
      </pc:sldChg>
      <pc:sldChg chg="modSp mod">
        <pc:chgData name="Ashwani Mishra" userId="15d57bc9-d3a4-4ee8-885b-38ce2f0c857c" providerId="ADAL" clId="{0C908628-89F8-4118-A3EE-29844D690BF4}" dt="2024-06-26T08:21:43.402" v="545" actId="20577"/>
        <pc:sldMkLst>
          <pc:docMk/>
          <pc:sldMk cId="2822637573" sldId="2147376159"/>
        </pc:sldMkLst>
      </pc:sldChg>
      <pc:sldChg chg="addSp delSp modSp add mod">
        <pc:chgData name="Ashwani Mishra" userId="15d57bc9-d3a4-4ee8-885b-38ce2f0c857c" providerId="ADAL" clId="{0C908628-89F8-4118-A3EE-29844D690BF4}" dt="2024-06-26T10:01:56.730" v="741"/>
        <pc:sldMkLst>
          <pc:docMk/>
          <pc:sldMk cId="433682352" sldId="2147376160"/>
        </pc:sldMkLst>
      </pc:sldChg>
      <pc:sldChg chg="addSp delSp modSp add mod setBg">
        <pc:chgData name="Ashwani Mishra" userId="15d57bc9-d3a4-4ee8-885b-38ce2f0c857c" providerId="ADAL" clId="{0C908628-89F8-4118-A3EE-29844D690BF4}" dt="2024-06-26T10:01:04.803" v="737"/>
        <pc:sldMkLst>
          <pc:docMk/>
          <pc:sldMk cId="802019646" sldId="2147376161"/>
        </pc:sldMkLst>
      </pc:sldChg>
      <pc:sldChg chg="addSp delSp modSp add mod ord">
        <pc:chgData name="Ashwani Mishra" userId="15d57bc9-d3a4-4ee8-885b-38ce2f0c857c" providerId="ADAL" clId="{0C908628-89F8-4118-A3EE-29844D690BF4}" dt="2024-06-26T09:56:49.097" v="710"/>
        <pc:sldMkLst>
          <pc:docMk/>
          <pc:sldMk cId="3425562321" sldId="2147376162"/>
        </pc:sldMkLst>
      </pc:sldChg>
      <pc:sldChg chg="addSp delSp modSp add del mod">
        <pc:chgData name="Ashwani Mishra" userId="15d57bc9-d3a4-4ee8-885b-38ce2f0c857c" providerId="ADAL" clId="{0C908628-89F8-4118-A3EE-29844D690BF4}" dt="2024-06-26T07:59:23.763" v="345" actId="47"/>
        <pc:sldMkLst>
          <pc:docMk/>
          <pc:sldMk cId="399793101" sldId="2147376469"/>
        </pc:sldMkLst>
      </pc:sldChg>
      <pc:sldMasterChg chg="delSldLayout">
        <pc:chgData name="Ashwani Mishra" userId="15d57bc9-d3a4-4ee8-885b-38ce2f0c857c" providerId="ADAL" clId="{0C908628-89F8-4118-A3EE-29844D690BF4}" dt="2024-06-26T09:19:17.459" v="607" actId="2696"/>
        <pc:sldMasterMkLst>
          <pc:docMk/>
          <pc:sldMasterMk cId="848123093" sldId="2147483648"/>
        </pc:sldMasterMkLst>
        <pc:sldLayoutChg chg="del">
          <pc:chgData name="Ashwani Mishra" userId="15d57bc9-d3a4-4ee8-885b-38ce2f0c857c" providerId="ADAL" clId="{0C908628-89F8-4118-A3EE-29844D690BF4}" dt="2024-06-26T09:19:17.459" v="607" actId="2696"/>
          <pc:sldLayoutMkLst>
            <pc:docMk/>
            <pc:sldMasterMk cId="848123093" sldId="2147483648"/>
            <pc:sldLayoutMk cId="4247856675" sldId="2147483690"/>
          </pc:sldLayoutMkLst>
        </pc:sldLayoutChg>
      </pc:sldMasterChg>
    </pc:docChg>
  </pc:docChgLst>
  <pc:docChgLst>
    <pc:chgData name="Ashwani Mishra" userId="15d57bc9-d3a4-4ee8-885b-38ce2f0c857c" providerId="ADAL" clId="{DF6BBA32-F192-456A-9BA1-2C33B12DD5EB}"/>
    <pc:docChg chg="undo custSel addSld delSld modSld">
      <pc:chgData name="Ashwani Mishra" userId="15d57bc9-d3a4-4ee8-885b-38ce2f0c857c" providerId="ADAL" clId="{DF6BBA32-F192-456A-9BA1-2C33B12DD5EB}" dt="2025-03-06T06:35:35.024" v="1764" actId="255"/>
      <pc:docMkLst>
        <pc:docMk/>
      </pc:docMkLst>
      <pc:sldChg chg="add del">
        <pc:chgData name="Ashwani Mishra" userId="15d57bc9-d3a4-4ee8-885b-38ce2f0c857c" providerId="ADAL" clId="{DF6BBA32-F192-456A-9BA1-2C33B12DD5EB}" dt="2025-03-06T05:08:15.362" v="1322" actId="47"/>
        <pc:sldMkLst>
          <pc:docMk/>
          <pc:sldMk cId="2163590052" sldId="279"/>
        </pc:sldMkLst>
      </pc:sldChg>
      <pc:sldChg chg="del">
        <pc:chgData name="Ashwani Mishra" userId="15d57bc9-d3a4-4ee8-885b-38ce2f0c857c" providerId="ADAL" clId="{DF6BBA32-F192-456A-9BA1-2C33B12DD5EB}" dt="2025-03-06T05:08:15.362" v="1322" actId="47"/>
        <pc:sldMkLst>
          <pc:docMk/>
          <pc:sldMk cId="2700264757" sldId="358"/>
        </pc:sldMkLst>
      </pc:sldChg>
      <pc:sldChg chg="add del">
        <pc:chgData name="Ashwani Mishra" userId="15d57bc9-d3a4-4ee8-885b-38ce2f0c857c" providerId="ADAL" clId="{DF6BBA32-F192-456A-9BA1-2C33B12DD5EB}" dt="2025-03-05T09:45:44.256" v="1100" actId="47"/>
        <pc:sldMkLst>
          <pc:docMk/>
          <pc:sldMk cId="789466733" sldId="591"/>
        </pc:sldMkLst>
      </pc:sldChg>
      <pc:sldChg chg="del">
        <pc:chgData name="Ashwani Mishra" userId="15d57bc9-d3a4-4ee8-885b-38ce2f0c857c" providerId="ADAL" clId="{DF6BBA32-F192-456A-9BA1-2C33B12DD5EB}" dt="2025-03-05T09:46:17.260" v="1106" actId="47"/>
        <pc:sldMkLst>
          <pc:docMk/>
          <pc:sldMk cId="762716925" sldId="2148"/>
        </pc:sldMkLst>
      </pc:sldChg>
      <pc:sldChg chg="del">
        <pc:chgData name="Ashwani Mishra" userId="15d57bc9-d3a4-4ee8-885b-38ce2f0c857c" providerId="ADAL" clId="{DF6BBA32-F192-456A-9BA1-2C33B12DD5EB}" dt="2025-03-05T09:46:58.221" v="1155" actId="47"/>
        <pc:sldMkLst>
          <pc:docMk/>
          <pc:sldMk cId="124968358" sldId="5928"/>
        </pc:sldMkLst>
      </pc:sldChg>
      <pc:sldChg chg="modSp mod">
        <pc:chgData name="Ashwani Mishra" userId="15d57bc9-d3a4-4ee8-885b-38ce2f0c857c" providerId="ADAL" clId="{DF6BBA32-F192-456A-9BA1-2C33B12DD5EB}" dt="2025-03-05T09:45:09.303" v="1089" actId="14100"/>
        <pc:sldMkLst>
          <pc:docMk/>
          <pc:sldMk cId="1281870220" sldId="6001"/>
        </pc:sldMkLst>
      </pc:sldChg>
      <pc:sldChg chg="del">
        <pc:chgData name="Ashwani Mishra" userId="15d57bc9-d3a4-4ee8-885b-38ce2f0c857c" providerId="ADAL" clId="{DF6BBA32-F192-456A-9BA1-2C33B12DD5EB}" dt="2025-03-05T08:49:10.324" v="0" actId="47"/>
        <pc:sldMkLst>
          <pc:docMk/>
          <pc:sldMk cId="2319989365" sldId="6006"/>
        </pc:sldMkLst>
      </pc:sldChg>
      <pc:sldChg chg="del">
        <pc:chgData name="Ashwani Mishra" userId="15d57bc9-d3a4-4ee8-885b-38ce2f0c857c" providerId="ADAL" clId="{DF6BBA32-F192-456A-9BA1-2C33B12DD5EB}" dt="2025-03-05T09:47:00.749" v="1157" actId="47"/>
        <pc:sldMkLst>
          <pc:docMk/>
          <pc:sldMk cId="4095797323" sldId="6031"/>
        </pc:sldMkLst>
      </pc:sldChg>
      <pc:sldChg chg="del">
        <pc:chgData name="Ashwani Mishra" userId="15d57bc9-d3a4-4ee8-885b-38ce2f0c857c" providerId="ADAL" clId="{DF6BBA32-F192-456A-9BA1-2C33B12DD5EB}" dt="2025-03-05T09:47:01.169" v="1158" actId="47"/>
        <pc:sldMkLst>
          <pc:docMk/>
          <pc:sldMk cId="2960193944" sldId="6032"/>
        </pc:sldMkLst>
      </pc:sldChg>
      <pc:sldChg chg="del">
        <pc:chgData name="Ashwani Mishra" userId="15d57bc9-d3a4-4ee8-885b-38ce2f0c857c" providerId="ADAL" clId="{DF6BBA32-F192-456A-9BA1-2C33B12DD5EB}" dt="2025-03-05T09:47:01.533" v="1159" actId="47"/>
        <pc:sldMkLst>
          <pc:docMk/>
          <pc:sldMk cId="3762988662" sldId="6033"/>
        </pc:sldMkLst>
      </pc:sldChg>
      <pc:sldChg chg="del">
        <pc:chgData name="Ashwani Mishra" userId="15d57bc9-d3a4-4ee8-885b-38ce2f0c857c" providerId="ADAL" clId="{DF6BBA32-F192-456A-9BA1-2C33B12DD5EB}" dt="2025-03-05T09:47:02.346" v="1160" actId="47"/>
        <pc:sldMkLst>
          <pc:docMk/>
          <pc:sldMk cId="232938452" sldId="6034"/>
        </pc:sldMkLst>
      </pc:sldChg>
      <pc:sldChg chg="del">
        <pc:chgData name="Ashwani Mishra" userId="15d57bc9-d3a4-4ee8-885b-38ce2f0c857c" providerId="ADAL" clId="{DF6BBA32-F192-456A-9BA1-2C33B12DD5EB}" dt="2025-03-05T09:47:03.036" v="1161" actId="47"/>
        <pc:sldMkLst>
          <pc:docMk/>
          <pc:sldMk cId="1983986002" sldId="6035"/>
        </pc:sldMkLst>
      </pc:sldChg>
      <pc:sldChg chg="add del">
        <pc:chgData name="Ashwani Mishra" userId="15d57bc9-d3a4-4ee8-885b-38ce2f0c857c" providerId="ADAL" clId="{DF6BBA32-F192-456A-9BA1-2C33B12DD5EB}" dt="2025-03-05T09:47:08.050" v="1166" actId="47"/>
        <pc:sldMkLst>
          <pc:docMk/>
          <pc:sldMk cId="4274876319" sldId="6038"/>
        </pc:sldMkLst>
      </pc:sldChg>
      <pc:sldChg chg="del">
        <pc:chgData name="Ashwani Mishra" userId="15d57bc9-d3a4-4ee8-885b-38ce2f0c857c" providerId="ADAL" clId="{DF6BBA32-F192-456A-9BA1-2C33B12DD5EB}" dt="2025-03-05T09:46:28.916" v="1139" actId="47"/>
        <pc:sldMkLst>
          <pc:docMk/>
          <pc:sldMk cId="1863930307" sldId="6044"/>
        </pc:sldMkLst>
      </pc:sldChg>
      <pc:sldChg chg="del">
        <pc:chgData name="Ashwani Mishra" userId="15d57bc9-d3a4-4ee8-885b-38ce2f0c857c" providerId="ADAL" clId="{DF6BBA32-F192-456A-9BA1-2C33B12DD5EB}" dt="2025-03-05T09:46:29.433" v="1140" actId="47"/>
        <pc:sldMkLst>
          <pc:docMk/>
          <pc:sldMk cId="1583158059" sldId="6045"/>
        </pc:sldMkLst>
      </pc:sldChg>
      <pc:sldChg chg="del">
        <pc:chgData name="Ashwani Mishra" userId="15d57bc9-d3a4-4ee8-885b-38ce2f0c857c" providerId="ADAL" clId="{DF6BBA32-F192-456A-9BA1-2C33B12DD5EB}" dt="2025-03-05T09:47:09.215" v="1168" actId="47"/>
        <pc:sldMkLst>
          <pc:docMk/>
          <pc:sldMk cId="1468102244" sldId="6248"/>
        </pc:sldMkLst>
      </pc:sldChg>
      <pc:sldChg chg="del">
        <pc:chgData name="Ashwani Mishra" userId="15d57bc9-d3a4-4ee8-885b-38ce2f0c857c" providerId="ADAL" clId="{DF6BBA32-F192-456A-9BA1-2C33B12DD5EB}" dt="2025-03-05T09:46:26.455" v="1134" actId="47"/>
        <pc:sldMkLst>
          <pc:docMk/>
          <pc:sldMk cId="221505521" sldId="6321"/>
        </pc:sldMkLst>
      </pc:sldChg>
      <pc:sldChg chg="del">
        <pc:chgData name="Ashwani Mishra" userId="15d57bc9-d3a4-4ee8-885b-38ce2f0c857c" providerId="ADAL" clId="{DF6BBA32-F192-456A-9BA1-2C33B12DD5EB}" dt="2025-03-05T09:46:26.920" v="1135" actId="47"/>
        <pc:sldMkLst>
          <pc:docMk/>
          <pc:sldMk cId="362077388" sldId="6322"/>
        </pc:sldMkLst>
      </pc:sldChg>
      <pc:sldChg chg="del">
        <pc:chgData name="Ashwani Mishra" userId="15d57bc9-d3a4-4ee8-885b-38ce2f0c857c" providerId="ADAL" clId="{DF6BBA32-F192-456A-9BA1-2C33B12DD5EB}" dt="2025-03-05T09:46:27.127" v="1136" actId="47"/>
        <pc:sldMkLst>
          <pc:docMk/>
          <pc:sldMk cId="2233062774" sldId="6323"/>
        </pc:sldMkLst>
      </pc:sldChg>
      <pc:sldChg chg="del">
        <pc:chgData name="Ashwani Mishra" userId="15d57bc9-d3a4-4ee8-885b-38ce2f0c857c" providerId="ADAL" clId="{DF6BBA32-F192-456A-9BA1-2C33B12DD5EB}" dt="2025-03-05T09:47:18.465" v="1180" actId="47"/>
        <pc:sldMkLst>
          <pc:docMk/>
          <pc:sldMk cId="80257033" sldId="6324"/>
        </pc:sldMkLst>
      </pc:sldChg>
      <pc:sldChg chg="del">
        <pc:chgData name="Ashwani Mishra" userId="15d57bc9-d3a4-4ee8-885b-38ce2f0c857c" providerId="ADAL" clId="{DF6BBA32-F192-456A-9BA1-2C33B12DD5EB}" dt="2025-03-05T09:45:55.887" v="1105" actId="47"/>
        <pc:sldMkLst>
          <pc:docMk/>
          <pc:sldMk cId="799634694" sldId="2145708978"/>
        </pc:sldMkLst>
      </pc:sldChg>
      <pc:sldChg chg="del">
        <pc:chgData name="Ashwani Mishra" userId="15d57bc9-d3a4-4ee8-885b-38ce2f0c857c" providerId="ADAL" clId="{DF6BBA32-F192-456A-9BA1-2C33B12DD5EB}" dt="2025-03-05T08:53:53.469" v="42" actId="47"/>
        <pc:sldMkLst>
          <pc:docMk/>
          <pc:sldMk cId="2915413342" sldId="2145709040"/>
        </pc:sldMkLst>
      </pc:sldChg>
      <pc:sldChg chg="del">
        <pc:chgData name="Ashwani Mishra" userId="15d57bc9-d3a4-4ee8-885b-38ce2f0c857c" providerId="ADAL" clId="{DF6BBA32-F192-456A-9BA1-2C33B12DD5EB}" dt="2025-03-05T08:49:12.286" v="2" actId="47"/>
        <pc:sldMkLst>
          <pc:docMk/>
          <pc:sldMk cId="1480011886" sldId="2145709042"/>
        </pc:sldMkLst>
      </pc:sldChg>
      <pc:sldChg chg="del">
        <pc:chgData name="Ashwani Mishra" userId="15d57bc9-d3a4-4ee8-885b-38ce2f0c857c" providerId="ADAL" clId="{DF6BBA32-F192-456A-9BA1-2C33B12DD5EB}" dt="2025-03-05T09:45:22.317" v="1090" actId="47"/>
        <pc:sldMkLst>
          <pc:docMk/>
          <pc:sldMk cId="206005507" sldId="2145709043"/>
        </pc:sldMkLst>
      </pc:sldChg>
      <pc:sldChg chg="del">
        <pc:chgData name="Ashwani Mishra" userId="15d57bc9-d3a4-4ee8-885b-38ce2f0c857c" providerId="ADAL" clId="{DF6BBA32-F192-456A-9BA1-2C33B12DD5EB}" dt="2025-03-05T09:46:27.309" v="1137" actId="47"/>
        <pc:sldMkLst>
          <pc:docMk/>
          <pc:sldMk cId="1060553319" sldId="2145709045"/>
        </pc:sldMkLst>
      </pc:sldChg>
      <pc:sldChg chg="del">
        <pc:chgData name="Ashwani Mishra" userId="15d57bc9-d3a4-4ee8-885b-38ce2f0c857c" providerId="ADAL" clId="{DF6BBA32-F192-456A-9BA1-2C33B12DD5EB}" dt="2025-03-05T09:46:27.547" v="1138" actId="47"/>
        <pc:sldMkLst>
          <pc:docMk/>
          <pc:sldMk cId="2233215685" sldId="2145709046"/>
        </pc:sldMkLst>
      </pc:sldChg>
      <pc:sldChg chg="del">
        <pc:chgData name="Ashwani Mishra" userId="15d57bc9-d3a4-4ee8-885b-38ce2f0c857c" providerId="ADAL" clId="{DF6BBA32-F192-456A-9BA1-2C33B12DD5EB}" dt="2025-03-05T09:45:28.595" v="1093" actId="47"/>
        <pc:sldMkLst>
          <pc:docMk/>
          <pc:sldMk cId="4033474657" sldId="2145709048"/>
        </pc:sldMkLst>
      </pc:sldChg>
      <pc:sldChg chg="del">
        <pc:chgData name="Ashwani Mishra" userId="15d57bc9-d3a4-4ee8-885b-38ce2f0c857c" providerId="ADAL" clId="{DF6BBA32-F192-456A-9BA1-2C33B12DD5EB}" dt="2025-03-05T09:45:36.580" v="1094" actId="47"/>
        <pc:sldMkLst>
          <pc:docMk/>
          <pc:sldMk cId="4283047361" sldId="2145709053"/>
        </pc:sldMkLst>
      </pc:sldChg>
      <pc:sldChg chg="del">
        <pc:chgData name="Ashwani Mishra" userId="15d57bc9-d3a4-4ee8-885b-38ce2f0c857c" providerId="ADAL" clId="{DF6BBA32-F192-456A-9BA1-2C33B12DD5EB}" dt="2025-03-05T09:46:44.943" v="1145" actId="47"/>
        <pc:sldMkLst>
          <pc:docMk/>
          <pc:sldMk cId="294629081" sldId="2145709058"/>
        </pc:sldMkLst>
      </pc:sldChg>
      <pc:sldChg chg="addSp delSp modSp mod">
        <pc:chgData name="Ashwani Mishra" userId="15d57bc9-d3a4-4ee8-885b-38ce2f0c857c" providerId="ADAL" clId="{DF6BBA32-F192-456A-9BA1-2C33B12DD5EB}" dt="2025-03-05T09:32:39.144" v="778" actId="2711"/>
        <pc:sldMkLst>
          <pc:docMk/>
          <pc:sldMk cId="1433058619" sldId="2145709062"/>
        </pc:sldMkLst>
      </pc:sldChg>
      <pc:sldChg chg="del">
        <pc:chgData name="Ashwani Mishra" userId="15d57bc9-d3a4-4ee8-885b-38ce2f0c857c" providerId="ADAL" clId="{DF6BBA32-F192-456A-9BA1-2C33B12DD5EB}" dt="2025-03-05T08:49:11.463" v="1" actId="47"/>
        <pc:sldMkLst>
          <pc:docMk/>
          <pc:sldMk cId="1940949243" sldId="2145709065"/>
        </pc:sldMkLst>
      </pc:sldChg>
      <pc:sldChg chg="addSp delSp modSp add del mod">
        <pc:chgData name="Ashwani Mishra" userId="15d57bc9-d3a4-4ee8-885b-38ce2f0c857c" providerId="ADAL" clId="{DF6BBA32-F192-456A-9BA1-2C33B12DD5EB}" dt="2025-03-05T09:24:40.477" v="589" actId="47"/>
        <pc:sldMkLst>
          <pc:docMk/>
          <pc:sldMk cId="730183974" sldId="2145709066"/>
        </pc:sldMkLst>
      </pc:sldChg>
      <pc:sldChg chg="del">
        <pc:chgData name="Ashwani Mishra" userId="15d57bc9-d3a4-4ee8-885b-38ce2f0c857c" providerId="ADAL" clId="{DF6BBA32-F192-456A-9BA1-2C33B12DD5EB}" dt="2025-03-05T08:49:14.094" v="3" actId="47"/>
        <pc:sldMkLst>
          <pc:docMk/>
          <pc:sldMk cId="4008787351" sldId="2145709068"/>
        </pc:sldMkLst>
      </pc:sldChg>
      <pc:sldChg chg="add del">
        <pc:chgData name="Ashwani Mishra" userId="15d57bc9-d3a4-4ee8-885b-38ce2f0c857c" providerId="ADAL" clId="{DF6BBA32-F192-456A-9BA1-2C33B12DD5EB}" dt="2025-03-05T09:47:08.494" v="1167" actId="47"/>
        <pc:sldMkLst>
          <pc:docMk/>
          <pc:sldMk cId="1596110750" sldId="2145709164"/>
        </pc:sldMkLst>
      </pc:sldChg>
      <pc:sldChg chg="add del">
        <pc:chgData name="Ashwani Mishra" userId="15d57bc9-d3a4-4ee8-885b-38ce2f0c857c" providerId="ADAL" clId="{DF6BBA32-F192-456A-9BA1-2C33B12DD5EB}" dt="2025-03-05T09:45:48.993" v="1102" actId="47"/>
        <pc:sldMkLst>
          <pc:docMk/>
          <pc:sldMk cId="432471066" sldId="2145709168"/>
        </pc:sldMkLst>
      </pc:sldChg>
      <pc:sldChg chg="add del">
        <pc:chgData name="Ashwani Mishra" userId="15d57bc9-d3a4-4ee8-885b-38ce2f0c857c" providerId="ADAL" clId="{DF6BBA32-F192-456A-9BA1-2C33B12DD5EB}" dt="2025-03-05T09:46:53.968" v="1153" actId="47"/>
        <pc:sldMkLst>
          <pc:docMk/>
          <pc:sldMk cId="4028716161" sldId="2145709169"/>
        </pc:sldMkLst>
      </pc:sldChg>
      <pc:sldChg chg="del">
        <pc:chgData name="Ashwani Mishra" userId="15d57bc9-d3a4-4ee8-885b-38ce2f0c857c" providerId="ADAL" clId="{DF6BBA32-F192-456A-9BA1-2C33B12DD5EB}" dt="2025-03-05T09:44:25.701" v="1041" actId="47"/>
        <pc:sldMkLst>
          <pc:docMk/>
          <pc:sldMk cId="545096286" sldId="2145709171"/>
        </pc:sldMkLst>
      </pc:sldChg>
      <pc:sldChg chg="del">
        <pc:chgData name="Ashwani Mishra" userId="15d57bc9-d3a4-4ee8-885b-38ce2f0c857c" providerId="ADAL" clId="{DF6BBA32-F192-456A-9BA1-2C33B12DD5EB}" dt="2025-03-05T09:46:20.363" v="1107" actId="47"/>
        <pc:sldMkLst>
          <pc:docMk/>
          <pc:sldMk cId="2304711442" sldId="2145709181"/>
        </pc:sldMkLst>
      </pc:sldChg>
      <pc:sldChg chg="del">
        <pc:chgData name="Ashwani Mishra" userId="15d57bc9-d3a4-4ee8-885b-38ce2f0c857c" providerId="ADAL" clId="{DF6BBA32-F192-456A-9BA1-2C33B12DD5EB}" dt="2025-03-05T09:46:21.070" v="1108" actId="47"/>
        <pc:sldMkLst>
          <pc:docMk/>
          <pc:sldMk cId="2717807574" sldId="2145709182"/>
        </pc:sldMkLst>
      </pc:sldChg>
      <pc:sldChg chg="del">
        <pc:chgData name="Ashwani Mishra" userId="15d57bc9-d3a4-4ee8-885b-38ce2f0c857c" providerId="ADAL" clId="{DF6BBA32-F192-456A-9BA1-2C33B12DD5EB}" dt="2025-03-05T09:46:21.334" v="1109" actId="47"/>
        <pc:sldMkLst>
          <pc:docMk/>
          <pc:sldMk cId="2876529596" sldId="2145709183"/>
        </pc:sldMkLst>
      </pc:sldChg>
      <pc:sldChg chg="del">
        <pc:chgData name="Ashwani Mishra" userId="15d57bc9-d3a4-4ee8-885b-38ce2f0c857c" providerId="ADAL" clId="{DF6BBA32-F192-456A-9BA1-2C33B12DD5EB}" dt="2025-03-05T09:46:21.530" v="1110" actId="47"/>
        <pc:sldMkLst>
          <pc:docMk/>
          <pc:sldMk cId="477239510" sldId="2145709184"/>
        </pc:sldMkLst>
      </pc:sldChg>
      <pc:sldChg chg="del">
        <pc:chgData name="Ashwani Mishra" userId="15d57bc9-d3a4-4ee8-885b-38ce2f0c857c" providerId="ADAL" clId="{DF6BBA32-F192-456A-9BA1-2C33B12DD5EB}" dt="2025-03-05T09:46:21.744" v="1111" actId="47"/>
        <pc:sldMkLst>
          <pc:docMk/>
          <pc:sldMk cId="1501654301" sldId="2145709185"/>
        </pc:sldMkLst>
      </pc:sldChg>
      <pc:sldChg chg="del">
        <pc:chgData name="Ashwani Mishra" userId="15d57bc9-d3a4-4ee8-885b-38ce2f0c857c" providerId="ADAL" clId="{DF6BBA32-F192-456A-9BA1-2C33B12DD5EB}" dt="2025-03-05T09:46:22.006" v="1112" actId="47"/>
        <pc:sldMkLst>
          <pc:docMk/>
          <pc:sldMk cId="3514482394" sldId="2145709186"/>
        </pc:sldMkLst>
      </pc:sldChg>
      <pc:sldChg chg="del">
        <pc:chgData name="Ashwani Mishra" userId="15d57bc9-d3a4-4ee8-885b-38ce2f0c857c" providerId="ADAL" clId="{DF6BBA32-F192-456A-9BA1-2C33B12DD5EB}" dt="2025-03-05T09:46:22.251" v="1113" actId="47"/>
        <pc:sldMkLst>
          <pc:docMk/>
          <pc:sldMk cId="3544457149" sldId="2145709187"/>
        </pc:sldMkLst>
      </pc:sldChg>
      <pc:sldChg chg="del">
        <pc:chgData name="Ashwani Mishra" userId="15d57bc9-d3a4-4ee8-885b-38ce2f0c857c" providerId="ADAL" clId="{DF6BBA32-F192-456A-9BA1-2C33B12DD5EB}" dt="2025-03-05T09:46:22.454" v="1114" actId="47"/>
        <pc:sldMkLst>
          <pc:docMk/>
          <pc:sldMk cId="254191183" sldId="2145709189"/>
        </pc:sldMkLst>
      </pc:sldChg>
      <pc:sldChg chg="del">
        <pc:chgData name="Ashwani Mishra" userId="15d57bc9-d3a4-4ee8-885b-38ce2f0c857c" providerId="ADAL" clId="{DF6BBA32-F192-456A-9BA1-2C33B12DD5EB}" dt="2025-03-05T09:46:22.662" v="1115" actId="47"/>
        <pc:sldMkLst>
          <pc:docMk/>
          <pc:sldMk cId="1262239485" sldId="2145709190"/>
        </pc:sldMkLst>
      </pc:sldChg>
      <pc:sldChg chg="addSp delSp modSp add del mod">
        <pc:chgData name="Ashwani Mishra" userId="15d57bc9-d3a4-4ee8-885b-38ce2f0c857c" providerId="ADAL" clId="{DF6BBA32-F192-456A-9BA1-2C33B12DD5EB}" dt="2025-03-06T06:12:12.923" v="1493" actId="20577"/>
        <pc:sldMkLst>
          <pc:docMk/>
          <pc:sldMk cId="1478649589" sldId="2145709191"/>
        </pc:sldMkLst>
      </pc:sldChg>
      <pc:sldChg chg="del">
        <pc:chgData name="Ashwani Mishra" userId="15d57bc9-d3a4-4ee8-885b-38ce2f0c857c" providerId="ADAL" clId="{DF6BBA32-F192-456A-9BA1-2C33B12DD5EB}" dt="2025-03-05T09:46:23.103" v="1117" actId="47"/>
        <pc:sldMkLst>
          <pc:docMk/>
          <pc:sldMk cId="2528012253" sldId="2145709192"/>
        </pc:sldMkLst>
      </pc:sldChg>
      <pc:sldChg chg="del">
        <pc:chgData name="Ashwani Mishra" userId="15d57bc9-d3a4-4ee8-885b-38ce2f0c857c" providerId="ADAL" clId="{DF6BBA32-F192-456A-9BA1-2C33B12DD5EB}" dt="2025-03-05T09:46:23.345" v="1118" actId="47"/>
        <pc:sldMkLst>
          <pc:docMk/>
          <pc:sldMk cId="2505965403" sldId="2145709196"/>
        </pc:sldMkLst>
      </pc:sldChg>
      <pc:sldChg chg="del">
        <pc:chgData name="Ashwani Mishra" userId="15d57bc9-d3a4-4ee8-885b-38ce2f0c857c" providerId="ADAL" clId="{DF6BBA32-F192-456A-9BA1-2C33B12DD5EB}" dt="2025-03-05T09:46:23.538" v="1119" actId="47"/>
        <pc:sldMkLst>
          <pc:docMk/>
          <pc:sldMk cId="2796841418" sldId="2145709197"/>
        </pc:sldMkLst>
      </pc:sldChg>
      <pc:sldChg chg="del">
        <pc:chgData name="Ashwani Mishra" userId="15d57bc9-d3a4-4ee8-885b-38ce2f0c857c" providerId="ADAL" clId="{DF6BBA32-F192-456A-9BA1-2C33B12DD5EB}" dt="2025-03-05T09:46:23.738" v="1120" actId="47"/>
        <pc:sldMkLst>
          <pc:docMk/>
          <pc:sldMk cId="1689152342" sldId="2145709198"/>
        </pc:sldMkLst>
      </pc:sldChg>
      <pc:sldChg chg="del">
        <pc:chgData name="Ashwani Mishra" userId="15d57bc9-d3a4-4ee8-885b-38ce2f0c857c" providerId="ADAL" clId="{DF6BBA32-F192-456A-9BA1-2C33B12DD5EB}" dt="2025-03-05T09:46:23.948" v="1121" actId="47"/>
        <pc:sldMkLst>
          <pc:docMk/>
          <pc:sldMk cId="1126235388" sldId="2145709199"/>
        </pc:sldMkLst>
      </pc:sldChg>
      <pc:sldChg chg="del">
        <pc:chgData name="Ashwani Mishra" userId="15d57bc9-d3a4-4ee8-885b-38ce2f0c857c" providerId="ADAL" clId="{DF6BBA32-F192-456A-9BA1-2C33B12DD5EB}" dt="2025-03-05T09:46:24.126" v="1122" actId="47"/>
        <pc:sldMkLst>
          <pc:docMk/>
          <pc:sldMk cId="3749733307" sldId="2145709200"/>
        </pc:sldMkLst>
      </pc:sldChg>
      <pc:sldChg chg="del">
        <pc:chgData name="Ashwani Mishra" userId="15d57bc9-d3a4-4ee8-885b-38ce2f0c857c" providerId="ADAL" clId="{DF6BBA32-F192-456A-9BA1-2C33B12DD5EB}" dt="2025-03-05T09:46:24.499" v="1124" actId="47"/>
        <pc:sldMkLst>
          <pc:docMk/>
          <pc:sldMk cId="210247988" sldId="2145709201"/>
        </pc:sldMkLst>
      </pc:sldChg>
      <pc:sldChg chg="del">
        <pc:chgData name="Ashwani Mishra" userId="15d57bc9-d3a4-4ee8-885b-38ce2f0c857c" providerId="ADAL" clId="{DF6BBA32-F192-456A-9BA1-2C33B12DD5EB}" dt="2025-03-05T09:46:24.690" v="1125" actId="47"/>
        <pc:sldMkLst>
          <pc:docMk/>
          <pc:sldMk cId="2818705220" sldId="2145709202"/>
        </pc:sldMkLst>
      </pc:sldChg>
      <pc:sldChg chg="del">
        <pc:chgData name="Ashwani Mishra" userId="15d57bc9-d3a4-4ee8-885b-38ce2f0c857c" providerId="ADAL" clId="{DF6BBA32-F192-456A-9BA1-2C33B12DD5EB}" dt="2025-03-05T09:46:24.928" v="1126" actId="47"/>
        <pc:sldMkLst>
          <pc:docMk/>
          <pc:sldMk cId="509921694" sldId="2145709203"/>
        </pc:sldMkLst>
      </pc:sldChg>
      <pc:sldChg chg="del">
        <pc:chgData name="Ashwani Mishra" userId="15d57bc9-d3a4-4ee8-885b-38ce2f0c857c" providerId="ADAL" clId="{DF6BBA32-F192-456A-9BA1-2C33B12DD5EB}" dt="2025-03-05T09:46:25.078" v="1127" actId="47"/>
        <pc:sldMkLst>
          <pc:docMk/>
          <pc:sldMk cId="108617586" sldId="2145709204"/>
        </pc:sldMkLst>
      </pc:sldChg>
      <pc:sldChg chg="del">
        <pc:chgData name="Ashwani Mishra" userId="15d57bc9-d3a4-4ee8-885b-38ce2f0c857c" providerId="ADAL" clId="{DF6BBA32-F192-456A-9BA1-2C33B12DD5EB}" dt="2025-03-05T09:46:25.698" v="1130" actId="47"/>
        <pc:sldMkLst>
          <pc:docMk/>
          <pc:sldMk cId="3151595210" sldId="2145709206"/>
        </pc:sldMkLst>
      </pc:sldChg>
      <pc:sldChg chg="del">
        <pc:chgData name="Ashwani Mishra" userId="15d57bc9-d3a4-4ee8-885b-38ce2f0c857c" providerId="ADAL" clId="{DF6BBA32-F192-456A-9BA1-2C33B12DD5EB}" dt="2025-03-05T09:46:25.306" v="1128" actId="47"/>
        <pc:sldMkLst>
          <pc:docMk/>
          <pc:sldMk cId="1574735728" sldId="2145709207"/>
        </pc:sldMkLst>
      </pc:sldChg>
      <pc:sldChg chg="del">
        <pc:chgData name="Ashwani Mishra" userId="15d57bc9-d3a4-4ee8-885b-38ce2f0c857c" providerId="ADAL" clId="{DF6BBA32-F192-456A-9BA1-2C33B12DD5EB}" dt="2025-03-05T09:46:25.857" v="1131" actId="47"/>
        <pc:sldMkLst>
          <pc:docMk/>
          <pc:sldMk cId="2656657796" sldId="2145709208"/>
        </pc:sldMkLst>
      </pc:sldChg>
      <pc:sldChg chg="del">
        <pc:chgData name="Ashwani Mishra" userId="15d57bc9-d3a4-4ee8-885b-38ce2f0c857c" providerId="ADAL" clId="{DF6BBA32-F192-456A-9BA1-2C33B12DD5EB}" dt="2025-03-05T09:46:26.049" v="1132" actId="47"/>
        <pc:sldMkLst>
          <pc:docMk/>
          <pc:sldMk cId="923075846" sldId="2145709209"/>
        </pc:sldMkLst>
      </pc:sldChg>
      <pc:sldChg chg="del">
        <pc:chgData name="Ashwani Mishra" userId="15d57bc9-d3a4-4ee8-885b-38ce2f0c857c" providerId="ADAL" clId="{DF6BBA32-F192-456A-9BA1-2C33B12DD5EB}" dt="2025-03-05T09:45:54.137" v="1104" actId="47"/>
        <pc:sldMkLst>
          <pc:docMk/>
          <pc:sldMk cId="723396954" sldId="2145709210"/>
        </pc:sldMkLst>
      </pc:sldChg>
      <pc:sldChg chg="del">
        <pc:chgData name="Ashwani Mishra" userId="15d57bc9-d3a4-4ee8-885b-38ce2f0c857c" providerId="ADAL" clId="{DF6BBA32-F192-456A-9BA1-2C33B12DD5EB}" dt="2025-03-05T09:45:53.355" v="1103" actId="47"/>
        <pc:sldMkLst>
          <pc:docMk/>
          <pc:sldMk cId="0" sldId="2145709211"/>
        </pc:sldMkLst>
      </pc:sldChg>
      <pc:sldChg chg="del">
        <pc:chgData name="Ashwani Mishra" userId="15d57bc9-d3a4-4ee8-885b-38ce2f0c857c" providerId="ADAL" clId="{DF6BBA32-F192-456A-9BA1-2C33B12DD5EB}" dt="2025-03-05T09:46:24.312" v="1123" actId="47"/>
        <pc:sldMkLst>
          <pc:docMk/>
          <pc:sldMk cId="2611867153" sldId="2145709212"/>
        </pc:sldMkLst>
      </pc:sldChg>
      <pc:sldChg chg="del">
        <pc:chgData name="Ashwani Mishra" userId="15d57bc9-d3a4-4ee8-885b-38ce2f0c857c" providerId="ADAL" clId="{DF6BBA32-F192-456A-9BA1-2C33B12DD5EB}" dt="2025-03-05T09:46:25.481" v="1129" actId="47"/>
        <pc:sldMkLst>
          <pc:docMk/>
          <pc:sldMk cId="41955555" sldId="2145709213"/>
        </pc:sldMkLst>
      </pc:sldChg>
      <pc:sldChg chg="del">
        <pc:chgData name="Ashwani Mishra" userId="15d57bc9-d3a4-4ee8-885b-38ce2f0c857c" providerId="ADAL" clId="{DF6BBA32-F192-456A-9BA1-2C33B12DD5EB}" dt="2025-03-05T09:46:48.379" v="1149" actId="47"/>
        <pc:sldMkLst>
          <pc:docMk/>
          <pc:sldMk cId="1573293131" sldId="2145709214"/>
        </pc:sldMkLst>
      </pc:sldChg>
      <pc:sldChg chg="del">
        <pc:chgData name="Ashwani Mishra" userId="15d57bc9-d3a4-4ee8-885b-38ce2f0c857c" providerId="ADAL" clId="{DF6BBA32-F192-456A-9BA1-2C33B12DD5EB}" dt="2025-03-05T09:46:49.316" v="1150" actId="47"/>
        <pc:sldMkLst>
          <pc:docMk/>
          <pc:sldMk cId="2679415752" sldId="2145709216"/>
        </pc:sldMkLst>
      </pc:sldChg>
      <pc:sldChg chg="del">
        <pc:chgData name="Ashwani Mishra" userId="15d57bc9-d3a4-4ee8-885b-38ce2f0c857c" providerId="ADAL" clId="{DF6BBA32-F192-456A-9BA1-2C33B12DD5EB}" dt="2025-03-05T09:46:46.442" v="1146" actId="47"/>
        <pc:sldMkLst>
          <pc:docMk/>
          <pc:sldMk cId="174091374" sldId="2145709217"/>
        </pc:sldMkLst>
      </pc:sldChg>
      <pc:sldChg chg="del">
        <pc:chgData name="Ashwani Mishra" userId="15d57bc9-d3a4-4ee8-885b-38ce2f0c857c" providerId="ADAL" clId="{DF6BBA32-F192-456A-9BA1-2C33B12DD5EB}" dt="2025-03-05T09:46:47.273" v="1147" actId="47"/>
        <pc:sldMkLst>
          <pc:docMk/>
          <pc:sldMk cId="1989515576" sldId="2145709218"/>
        </pc:sldMkLst>
      </pc:sldChg>
      <pc:sldChg chg="del">
        <pc:chgData name="Ashwani Mishra" userId="15d57bc9-d3a4-4ee8-885b-38ce2f0c857c" providerId="ADAL" clId="{DF6BBA32-F192-456A-9BA1-2C33B12DD5EB}" dt="2025-03-06T05:08:15.362" v="1322" actId="47"/>
        <pc:sldMkLst>
          <pc:docMk/>
          <pc:sldMk cId="2882579402" sldId="2145709222"/>
        </pc:sldMkLst>
      </pc:sldChg>
      <pc:sldChg chg="del">
        <pc:chgData name="Ashwani Mishra" userId="15d57bc9-d3a4-4ee8-885b-38ce2f0c857c" providerId="ADAL" clId="{DF6BBA32-F192-456A-9BA1-2C33B12DD5EB}" dt="2025-03-05T09:47:14.772" v="1177" actId="47"/>
        <pc:sldMkLst>
          <pc:docMk/>
          <pc:sldMk cId="938535941" sldId="2145709223"/>
        </pc:sldMkLst>
      </pc:sldChg>
      <pc:sldChg chg="del">
        <pc:chgData name="Ashwani Mishra" userId="15d57bc9-d3a4-4ee8-885b-38ce2f0c857c" providerId="ADAL" clId="{DF6BBA32-F192-456A-9BA1-2C33B12DD5EB}" dt="2025-03-06T05:08:15.362" v="1322" actId="47"/>
        <pc:sldMkLst>
          <pc:docMk/>
          <pc:sldMk cId="2993260989" sldId="2145709224"/>
        </pc:sldMkLst>
      </pc:sldChg>
      <pc:sldChg chg="del">
        <pc:chgData name="Ashwani Mishra" userId="15d57bc9-d3a4-4ee8-885b-38ce2f0c857c" providerId="ADAL" clId="{DF6BBA32-F192-456A-9BA1-2C33B12DD5EB}" dt="2025-03-06T05:08:15.362" v="1322" actId="47"/>
        <pc:sldMkLst>
          <pc:docMk/>
          <pc:sldMk cId="3660305007" sldId="2145709229"/>
        </pc:sldMkLst>
      </pc:sldChg>
      <pc:sldChg chg="del">
        <pc:chgData name="Ashwani Mishra" userId="15d57bc9-d3a4-4ee8-885b-38ce2f0c857c" providerId="ADAL" clId="{DF6BBA32-F192-456A-9BA1-2C33B12DD5EB}" dt="2025-03-06T05:08:15.362" v="1322" actId="47"/>
        <pc:sldMkLst>
          <pc:docMk/>
          <pc:sldMk cId="1650825569" sldId="2145709230"/>
        </pc:sldMkLst>
      </pc:sldChg>
      <pc:sldChg chg="del">
        <pc:chgData name="Ashwani Mishra" userId="15d57bc9-d3a4-4ee8-885b-38ce2f0c857c" providerId="ADAL" clId="{DF6BBA32-F192-456A-9BA1-2C33B12DD5EB}" dt="2025-03-05T09:45:40.727" v="1096" actId="47"/>
        <pc:sldMkLst>
          <pc:docMk/>
          <pc:sldMk cId="1805333659" sldId="2145709231"/>
        </pc:sldMkLst>
      </pc:sldChg>
      <pc:sldChg chg="del">
        <pc:chgData name="Ashwani Mishra" userId="15d57bc9-d3a4-4ee8-885b-38ce2f0c857c" providerId="ADAL" clId="{DF6BBA32-F192-456A-9BA1-2C33B12DD5EB}" dt="2025-03-06T05:08:15.362" v="1322" actId="47"/>
        <pc:sldMkLst>
          <pc:docMk/>
          <pc:sldMk cId="2106846554" sldId="2145709232"/>
        </pc:sldMkLst>
      </pc:sldChg>
      <pc:sldChg chg="del">
        <pc:chgData name="Ashwani Mishra" userId="15d57bc9-d3a4-4ee8-885b-38ce2f0c857c" providerId="ADAL" clId="{DF6BBA32-F192-456A-9BA1-2C33B12DD5EB}" dt="2025-03-05T09:45:41.309" v="1097" actId="47"/>
        <pc:sldMkLst>
          <pc:docMk/>
          <pc:sldMk cId="2222670766" sldId="2145709234"/>
        </pc:sldMkLst>
      </pc:sldChg>
      <pc:sldChg chg="del">
        <pc:chgData name="Ashwani Mishra" userId="15d57bc9-d3a4-4ee8-885b-38ce2f0c857c" providerId="ADAL" clId="{DF6BBA32-F192-456A-9BA1-2C33B12DD5EB}" dt="2025-03-05T09:45:41.937" v="1098" actId="47"/>
        <pc:sldMkLst>
          <pc:docMk/>
          <pc:sldMk cId="3048719488" sldId="2145709235"/>
        </pc:sldMkLst>
      </pc:sldChg>
      <pc:sldChg chg="del">
        <pc:chgData name="Ashwani Mishra" userId="15d57bc9-d3a4-4ee8-885b-38ce2f0c857c" providerId="ADAL" clId="{DF6BBA32-F192-456A-9BA1-2C33B12DD5EB}" dt="2025-03-06T05:08:15.362" v="1322" actId="47"/>
        <pc:sldMkLst>
          <pc:docMk/>
          <pc:sldMk cId="2912954689" sldId="2145709236"/>
        </pc:sldMkLst>
      </pc:sldChg>
      <pc:sldChg chg="del">
        <pc:chgData name="Ashwani Mishra" userId="15d57bc9-d3a4-4ee8-885b-38ce2f0c857c" providerId="ADAL" clId="{DF6BBA32-F192-456A-9BA1-2C33B12DD5EB}" dt="2025-03-06T05:08:15.362" v="1322" actId="47"/>
        <pc:sldMkLst>
          <pc:docMk/>
          <pc:sldMk cId="3951430112" sldId="2145709237"/>
        </pc:sldMkLst>
      </pc:sldChg>
      <pc:sldChg chg="del">
        <pc:chgData name="Ashwani Mishra" userId="15d57bc9-d3a4-4ee8-885b-38ce2f0c857c" providerId="ADAL" clId="{DF6BBA32-F192-456A-9BA1-2C33B12DD5EB}" dt="2025-03-06T05:08:15.362" v="1322" actId="47"/>
        <pc:sldMkLst>
          <pc:docMk/>
          <pc:sldMk cId="3197901299" sldId="2145709238"/>
        </pc:sldMkLst>
      </pc:sldChg>
      <pc:sldChg chg="del">
        <pc:chgData name="Ashwani Mishra" userId="15d57bc9-d3a4-4ee8-885b-38ce2f0c857c" providerId="ADAL" clId="{DF6BBA32-F192-456A-9BA1-2C33B12DD5EB}" dt="2025-03-05T09:46:47.847" v="1148" actId="47"/>
        <pc:sldMkLst>
          <pc:docMk/>
          <pc:sldMk cId="793196934" sldId="2147376141"/>
        </pc:sldMkLst>
      </pc:sldChg>
      <pc:sldChg chg="del">
        <pc:chgData name="Ashwani Mishra" userId="15d57bc9-d3a4-4ee8-885b-38ce2f0c857c" providerId="ADAL" clId="{DF6BBA32-F192-456A-9BA1-2C33B12DD5EB}" dt="2025-03-06T05:08:15.362" v="1322" actId="47"/>
        <pc:sldMkLst>
          <pc:docMk/>
          <pc:sldMk cId="1896298845" sldId="2147376142"/>
        </pc:sldMkLst>
      </pc:sldChg>
      <pc:sldChg chg="add del">
        <pc:chgData name="Ashwani Mishra" userId="15d57bc9-d3a4-4ee8-885b-38ce2f0c857c" providerId="ADAL" clId="{DF6BBA32-F192-456A-9BA1-2C33B12DD5EB}" dt="2025-03-06T05:08:15.362" v="1322" actId="47"/>
        <pc:sldMkLst>
          <pc:docMk/>
          <pc:sldMk cId="1949651568" sldId="2147376143"/>
        </pc:sldMkLst>
      </pc:sldChg>
      <pc:sldChg chg="del">
        <pc:chgData name="Ashwani Mishra" userId="15d57bc9-d3a4-4ee8-885b-38ce2f0c857c" providerId="ADAL" clId="{DF6BBA32-F192-456A-9BA1-2C33B12DD5EB}" dt="2025-03-05T09:46:57.704" v="1154" actId="47"/>
        <pc:sldMkLst>
          <pc:docMk/>
          <pc:sldMk cId="987636983" sldId="2147376145"/>
        </pc:sldMkLst>
      </pc:sldChg>
      <pc:sldChg chg="del">
        <pc:chgData name="Ashwani Mishra" userId="15d57bc9-d3a4-4ee8-885b-38ce2f0c857c" providerId="ADAL" clId="{DF6BBA32-F192-456A-9BA1-2C33B12DD5EB}" dt="2025-03-05T09:47:00.305" v="1156" actId="47"/>
        <pc:sldMkLst>
          <pc:docMk/>
          <pc:sldMk cId="2347247811" sldId="2147376146"/>
        </pc:sldMkLst>
      </pc:sldChg>
      <pc:sldChg chg="del">
        <pc:chgData name="Ashwani Mishra" userId="15d57bc9-d3a4-4ee8-885b-38ce2f0c857c" providerId="ADAL" clId="{DF6BBA32-F192-456A-9BA1-2C33B12DD5EB}" dt="2025-03-05T08:50:08.885" v="22" actId="47"/>
        <pc:sldMkLst>
          <pc:docMk/>
          <pc:sldMk cId="3709877784" sldId="2147376147"/>
        </pc:sldMkLst>
      </pc:sldChg>
      <pc:sldChg chg="del">
        <pc:chgData name="Ashwani Mishra" userId="15d57bc9-d3a4-4ee8-885b-38ce2f0c857c" providerId="ADAL" clId="{DF6BBA32-F192-456A-9BA1-2C33B12DD5EB}" dt="2025-03-05T09:47:09.902" v="1169" actId="47"/>
        <pc:sldMkLst>
          <pc:docMk/>
          <pc:sldMk cId="3507719620" sldId="2147376148"/>
        </pc:sldMkLst>
      </pc:sldChg>
      <pc:sldChg chg="del">
        <pc:chgData name="Ashwani Mishra" userId="15d57bc9-d3a4-4ee8-885b-38ce2f0c857c" providerId="ADAL" clId="{DF6BBA32-F192-456A-9BA1-2C33B12DD5EB}" dt="2025-03-05T09:47:10.440" v="1170" actId="47"/>
        <pc:sldMkLst>
          <pc:docMk/>
          <pc:sldMk cId="1179812339" sldId="2147376149"/>
        </pc:sldMkLst>
      </pc:sldChg>
      <pc:sldChg chg="del">
        <pc:chgData name="Ashwani Mishra" userId="15d57bc9-d3a4-4ee8-885b-38ce2f0c857c" providerId="ADAL" clId="{DF6BBA32-F192-456A-9BA1-2C33B12DD5EB}" dt="2025-03-05T09:47:11.023" v="1171" actId="47"/>
        <pc:sldMkLst>
          <pc:docMk/>
          <pc:sldMk cId="2241610559" sldId="2147376150"/>
        </pc:sldMkLst>
      </pc:sldChg>
      <pc:sldChg chg="del">
        <pc:chgData name="Ashwani Mishra" userId="15d57bc9-d3a4-4ee8-885b-38ce2f0c857c" providerId="ADAL" clId="{DF6BBA32-F192-456A-9BA1-2C33B12DD5EB}" dt="2025-03-05T09:47:11.835" v="1172" actId="47"/>
        <pc:sldMkLst>
          <pc:docMk/>
          <pc:sldMk cId="3912905512" sldId="2147376151"/>
        </pc:sldMkLst>
      </pc:sldChg>
      <pc:sldChg chg="del">
        <pc:chgData name="Ashwani Mishra" userId="15d57bc9-d3a4-4ee8-885b-38ce2f0c857c" providerId="ADAL" clId="{DF6BBA32-F192-456A-9BA1-2C33B12DD5EB}" dt="2025-03-05T09:47:12.452" v="1173" actId="47"/>
        <pc:sldMkLst>
          <pc:docMk/>
          <pc:sldMk cId="2177608152" sldId="2147376152"/>
        </pc:sldMkLst>
      </pc:sldChg>
      <pc:sldChg chg="del">
        <pc:chgData name="Ashwani Mishra" userId="15d57bc9-d3a4-4ee8-885b-38ce2f0c857c" providerId="ADAL" clId="{DF6BBA32-F192-456A-9BA1-2C33B12DD5EB}" dt="2025-03-05T09:47:13.027" v="1174" actId="47"/>
        <pc:sldMkLst>
          <pc:docMk/>
          <pc:sldMk cId="4185833469" sldId="2147376153"/>
        </pc:sldMkLst>
      </pc:sldChg>
      <pc:sldChg chg="del">
        <pc:chgData name="Ashwani Mishra" userId="15d57bc9-d3a4-4ee8-885b-38ce2f0c857c" providerId="ADAL" clId="{DF6BBA32-F192-456A-9BA1-2C33B12DD5EB}" dt="2025-03-05T09:47:13.496" v="1175" actId="47"/>
        <pc:sldMkLst>
          <pc:docMk/>
          <pc:sldMk cId="721058716" sldId="2147376154"/>
        </pc:sldMkLst>
      </pc:sldChg>
      <pc:sldChg chg="modSp mod">
        <pc:chgData name="Ashwani Mishra" userId="15d57bc9-d3a4-4ee8-885b-38ce2f0c857c" providerId="ADAL" clId="{DF6BBA32-F192-456A-9BA1-2C33B12DD5EB}" dt="2025-03-05T09:53:27.522" v="1185" actId="255"/>
        <pc:sldMkLst>
          <pc:docMk/>
          <pc:sldMk cId="1500137299" sldId="2147376156"/>
        </pc:sldMkLst>
      </pc:sldChg>
      <pc:sldChg chg="del">
        <pc:chgData name="Ashwani Mishra" userId="15d57bc9-d3a4-4ee8-885b-38ce2f0c857c" providerId="ADAL" clId="{DF6BBA32-F192-456A-9BA1-2C33B12DD5EB}" dt="2025-03-05T09:46:42.766" v="1144" actId="47"/>
        <pc:sldMkLst>
          <pc:docMk/>
          <pc:sldMk cId="2185870475" sldId="2147376157"/>
        </pc:sldMkLst>
      </pc:sldChg>
      <pc:sldChg chg="del">
        <pc:chgData name="Ashwani Mishra" userId="15d57bc9-d3a4-4ee8-885b-38ce2f0c857c" providerId="ADAL" clId="{DF6BBA32-F192-456A-9BA1-2C33B12DD5EB}" dt="2025-03-05T09:46:42.250" v="1143" actId="47"/>
        <pc:sldMkLst>
          <pc:docMk/>
          <pc:sldMk cId="1479747691" sldId="2147376158"/>
        </pc:sldMkLst>
      </pc:sldChg>
      <pc:sldChg chg="del">
        <pc:chgData name="Ashwani Mishra" userId="15d57bc9-d3a4-4ee8-885b-38ce2f0c857c" providerId="ADAL" clId="{DF6BBA32-F192-456A-9BA1-2C33B12DD5EB}" dt="2025-03-05T09:46:26.268" v="1133" actId="47"/>
        <pc:sldMkLst>
          <pc:docMk/>
          <pc:sldMk cId="2822637573" sldId="2147376159"/>
        </pc:sldMkLst>
      </pc:sldChg>
      <pc:sldChg chg="del">
        <pc:chgData name="Ashwani Mishra" userId="15d57bc9-d3a4-4ee8-885b-38ce2f0c857c" providerId="ADAL" clId="{DF6BBA32-F192-456A-9BA1-2C33B12DD5EB}" dt="2025-03-05T08:50:00.214" v="21" actId="47"/>
        <pc:sldMkLst>
          <pc:docMk/>
          <pc:sldMk cId="433682352" sldId="2147376160"/>
        </pc:sldMkLst>
      </pc:sldChg>
      <pc:sldChg chg="del">
        <pc:chgData name="Ashwani Mishra" userId="15d57bc9-d3a4-4ee8-885b-38ce2f0c857c" providerId="ADAL" clId="{DF6BBA32-F192-456A-9BA1-2C33B12DD5EB}" dt="2025-03-05T09:47:14.240" v="1176" actId="47"/>
        <pc:sldMkLst>
          <pc:docMk/>
          <pc:sldMk cId="2032984443" sldId="2147376161"/>
        </pc:sldMkLst>
      </pc:sldChg>
      <pc:sldChg chg="del">
        <pc:chgData name="Ashwani Mishra" userId="15d57bc9-d3a4-4ee8-885b-38ce2f0c857c" providerId="ADAL" clId="{DF6BBA32-F192-456A-9BA1-2C33B12DD5EB}" dt="2025-03-05T09:47:15.308" v="1178" actId="47"/>
        <pc:sldMkLst>
          <pc:docMk/>
          <pc:sldMk cId="3763892721" sldId="2147376162"/>
        </pc:sldMkLst>
      </pc:sldChg>
      <pc:sldChg chg="addSp delSp modSp add del mod">
        <pc:chgData name="Ashwani Mishra" userId="15d57bc9-d3a4-4ee8-885b-38ce2f0c857c" providerId="ADAL" clId="{DF6BBA32-F192-456A-9BA1-2C33B12DD5EB}" dt="2025-03-05T10:01:21.763" v="1215" actId="20577"/>
        <pc:sldMkLst>
          <pc:docMk/>
          <pc:sldMk cId="2841593980" sldId="2147376426"/>
        </pc:sldMkLst>
      </pc:sldChg>
      <pc:sldChg chg="addSp delSp modSp add del mod">
        <pc:chgData name="Ashwani Mishra" userId="15d57bc9-d3a4-4ee8-885b-38ce2f0c857c" providerId="ADAL" clId="{DF6BBA32-F192-456A-9BA1-2C33B12DD5EB}" dt="2025-03-05T10:01:41.843" v="1244" actId="20577"/>
        <pc:sldMkLst>
          <pc:docMk/>
          <pc:sldMk cId="2656991403" sldId="2147376427"/>
        </pc:sldMkLst>
      </pc:sldChg>
      <pc:sldChg chg="del">
        <pc:chgData name="Ashwani Mishra" userId="15d57bc9-d3a4-4ee8-885b-38ce2f0c857c" providerId="ADAL" clId="{DF6BBA32-F192-456A-9BA1-2C33B12DD5EB}" dt="2025-03-05T09:45:39.007" v="1095" actId="47"/>
        <pc:sldMkLst>
          <pc:docMk/>
          <pc:sldMk cId="3608601964" sldId="2147376470"/>
        </pc:sldMkLst>
      </pc:sldChg>
      <pc:sldChg chg="del">
        <pc:chgData name="Ashwani Mishra" userId="15d57bc9-d3a4-4ee8-885b-38ce2f0c857c" providerId="ADAL" clId="{DF6BBA32-F192-456A-9BA1-2C33B12DD5EB}" dt="2025-03-05T09:45:23.218" v="1091" actId="47"/>
        <pc:sldMkLst>
          <pc:docMk/>
          <pc:sldMk cId="1411544291" sldId="2147376471"/>
        </pc:sldMkLst>
      </pc:sldChg>
      <pc:sldChg chg="del">
        <pc:chgData name="Ashwani Mishra" userId="15d57bc9-d3a4-4ee8-885b-38ce2f0c857c" providerId="ADAL" clId="{DF6BBA32-F192-456A-9BA1-2C33B12DD5EB}" dt="2025-03-05T09:45:27.895" v="1092" actId="47"/>
        <pc:sldMkLst>
          <pc:docMk/>
          <pc:sldMk cId="3750506967" sldId="2147376477"/>
        </pc:sldMkLst>
      </pc:sldChg>
      <pc:sldChg chg="del">
        <pc:chgData name="Ashwani Mishra" userId="15d57bc9-d3a4-4ee8-885b-38ce2f0c857c" providerId="ADAL" clId="{DF6BBA32-F192-456A-9BA1-2C33B12DD5EB}" dt="2025-03-05T09:47:17.718" v="1179" actId="47"/>
        <pc:sldMkLst>
          <pc:docMk/>
          <pc:sldMk cId="1971803690" sldId="2147376478"/>
        </pc:sldMkLst>
      </pc:sldChg>
      <pc:sldChg chg="modSp mod">
        <pc:chgData name="Ashwani Mishra" userId="15d57bc9-d3a4-4ee8-885b-38ce2f0c857c" providerId="ADAL" clId="{DF6BBA32-F192-456A-9BA1-2C33B12DD5EB}" dt="2025-03-05T12:59:30.186" v="1321" actId="20577"/>
        <pc:sldMkLst>
          <pc:docMk/>
          <pc:sldMk cId="3576340285" sldId="2147376479"/>
        </pc:sldMkLst>
      </pc:sldChg>
      <pc:sldChg chg="delSp modSp add del mod">
        <pc:chgData name="Ashwani Mishra" userId="15d57bc9-d3a4-4ee8-885b-38ce2f0c857c" providerId="ADAL" clId="{DF6BBA32-F192-456A-9BA1-2C33B12DD5EB}" dt="2025-03-05T09:47:57.318" v="1183" actId="2696"/>
        <pc:sldMkLst>
          <pc:docMk/>
          <pc:sldMk cId="1269065301" sldId="2147376480"/>
        </pc:sldMkLst>
      </pc:sldChg>
      <pc:sldChg chg="modSp add mod">
        <pc:chgData name="Ashwani Mishra" userId="15d57bc9-d3a4-4ee8-885b-38ce2f0c857c" providerId="ADAL" clId="{DF6BBA32-F192-456A-9BA1-2C33B12DD5EB}" dt="2025-03-05T10:00:46.185" v="1202" actId="20577"/>
        <pc:sldMkLst>
          <pc:docMk/>
          <pc:sldMk cId="3424460635" sldId="2147376480"/>
        </pc:sldMkLst>
      </pc:sldChg>
      <pc:sldChg chg="add">
        <pc:chgData name="Ashwani Mishra" userId="15d57bc9-d3a4-4ee8-885b-38ce2f0c857c" providerId="ADAL" clId="{DF6BBA32-F192-456A-9BA1-2C33B12DD5EB}" dt="2025-03-05T10:03:58.953" v="1275"/>
        <pc:sldMkLst>
          <pc:docMk/>
          <pc:sldMk cId="418202682" sldId="2147376615"/>
        </pc:sldMkLst>
      </pc:sldChg>
      <pc:sldChg chg="addSp delSp modSp add mod">
        <pc:chgData name="Ashwani Mishra" userId="15d57bc9-d3a4-4ee8-885b-38ce2f0c857c" providerId="ADAL" clId="{DF6BBA32-F192-456A-9BA1-2C33B12DD5EB}" dt="2025-03-05T08:52:08.062" v="35" actId="14100"/>
        <pc:sldMkLst>
          <pc:docMk/>
          <pc:sldMk cId="222882548" sldId="2147376618"/>
        </pc:sldMkLst>
      </pc:sldChg>
      <pc:sldChg chg="modSp add">
        <pc:chgData name="Ashwani Mishra" userId="15d57bc9-d3a4-4ee8-885b-38ce2f0c857c" providerId="ADAL" clId="{DF6BBA32-F192-456A-9BA1-2C33B12DD5EB}" dt="2025-03-05T08:52:48.901" v="37"/>
        <pc:sldMkLst>
          <pc:docMk/>
          <pc:sldMk cId="671220431" sldId="2147376622"/>
        </pc:sldMkLst>
      </pc:sldChg>
      <pc:sldChg chg="add">
        <pc:chgData name="Ashwani Mishra" userId="15d57bc9-d3a4-4ee8-885b-38ce2f0c857c" providerId="ADAL" clId="{DF6BBA32-F192-456A-9BA1-2C33B12DD5EB}" dt="2025-03-05T08:50:31.367" v="23"/>
        <pc:sldMkLst>
          <pc:docMk/>
          <pc:sldMk cId="3839465103" sldId="2147376636"/>
        </pc:sldMkLst>
      </pc:sldChg>
      <pc:sldChg chg="add">
        <pc:chgData name="Ashwani Mishra" userId="15d57bc9-d3a4-4ee8-885b-38ce2f0c857c" providerId="ADAL" clId="{DF6BBA32-F192-456A-9BA1-2C33B12DD5EB}" dt="2025-03-05T08:50:31.367" v="23"/>
        <pc:sldMkLst>
          <pc:docMk/>
          <pc:sldMk cId="573594142" sldId="2147376639"/>
        </pc:sldMkLst>
      </pc:sldChg>
      <pc:sldChg chg="add">
        <pc:chgData name="Ashwani Mishra" userId="15d57bc9-d3a4-4ee8-885b-38ce2f0c857c" providerId="ADAL" clId="{DF6BBA32-F192-456A-9BA1-2C33B12DD5EB}" dt="2025-03-05T08:53:06.078" v="38"/>
        <pc:sldMkLst>
          <pc:docMk/>
          <pc:sldMk cId="3904791787" sldId="2147376640"/>
        </pc:sldMkLst>
      </pc:sldChg>
      <pc:sldChg chg="add">
        <pc:chgData name="Ashwani Mishra" userId="15d57bc9-d3a4-4ee8-885b-38ce2f0c857c" providerId="ADAL" clId="{DF6BBA32-F192-456A-9BA1-2C33B12DD5EB}" dt="2025-03-05T08:50:31.367" v="23"/>
        <pc:sldMkLst>
          <pc:docMk/>
          <pc:sldMk cId="65857030" sldId="2147376655"/>
        </pc:sldMkLst>
      </pc:sldChg>
      <pc:sldChg chg="add del">
        <pc:chgData name="Ashwani Mishra" userId="15d57bc9-d3a4-4ee8-885b-38ce2f0c857c" providerId="ADAL" clId="{DF6BBA32-F192-456A-9BA1-2C33B12DD5EB}" dt="2025-03-05T08:53:07.662" v="39" actId="47"/>
        <pc:sldMkLst>
          <pc:docMk/>
          <pc:sldMk cId="4284589628" sldId="2147376656"/>
        </pc:sldMkLst>
      </pc:sldChg>
      <pc:sldChg chg="add del">
        <pc:chgData name="Ashwani Mishra" userId="15d57bc9-d3a4-4ee8-885b-38ce2f0c857c" providerId="ADAL" clId="{DF6BBA32-F192-456A-9BA1-2C33B12DD5EB}" dt="2025-03-05T09:37:27.241" v="785" actId="47"/>
        <pc:sldMkLst>
          <pc:docMk/>
          <pc:sldMk cId="2653877397" sldId="2147376657"/>
        </pc:sldMkLst>
      </pc:sldChg>
      <pc:sldChg chg="add">
        <pc:chgData name="Ashwani Mishra" userId="15d57bc9-d3a4-4ee8-885b-38ce2f0c857c" providerId="ADAL" clId="{DF6BBA32-F192-456A-9BA1-2C33B12DD5EB}" dt="2025-03-05T08:53:14.457" v="40"/>
        <pc:sldMkLst>
          <pc:docMk/>
          <pc:sldMk cId="2832218767" sldId="2147376696"/>
        </pc:sldMkLst>
      </pc:sldChg>
      <pc:sldChg chg="modSp add mod">
        <pc:chgData name="Ashwani Mishra" userId="15d57bc9-d3a4-4ee8-885b-38ce2f0c857c" providerId="ADAL" clId="{DF6BBA32-F192-456A-9BA1-2C33B12DD5EB}" dt="2025-03-05T08:54:03.820" v="57" actId="20577"/>
        <pc:sldMkLst>
          <pc:docMk/>
          <pc:sldMk cId="3697540684" sldId="2147376697"/>
        </pc:sldMkLst>
      </pc:sldChg>
      <pc:sldChg chg="modSp add mod">
        <pc:chgData name="Ashwani Mishra" userId="15d57bc9-d3a4-4ee8-885b-38ce2f0c857c" providerId="ADAL" clId="{DF6BBA32-F192-456A-9BA1-2C33B12DD5EB}" dt="2025-03-05T10:01:33.505" v="1231" actId="20577"/>
        <pc:sldMkLst>
          <pc:docMk/>
          <pc:sldMk cId="72037711" sldId="2147376698"/>
        </pc:sldMkLst>
      </pc:sldChg>
      <pc:sldChg chg="addSp delSp modSp add del mod">
        <pc:chgData name="Ashwani Mishra" userId="15d57bc9-d3a4-4ee8-885b-38ce2f0c857c" providerId="ADAL" clId="{DF6BBA32-F192-456A-9BA1-2C33B12DD5EB}" dt="2025-03-05T09:47:57.318" v="1183" actId="2696"/>
        <pc:sldMkLst>
          <pc:docMk/>
          <pc:sldMk cId="2260054825" sldId="2147376698"/>
        </pc:sldMkLst>
      </pc:sldChg>
      <pc:sldChg chg="add del">
        <pc:chgData name="Ashwani Mishra" userId="15d57bc9-d3a4-4ee8-885b-38ce2f0c857c" providerId="ADAL" clId="{DF6BBA32-F192-456A-9BA1-2C33B12DD5EB}" dt="2025-03-05T09:44:23.725" v="1040" actId="47"/>
        <pc:sldMkLst>
          <pc:docMk/>
          <pc:sldMk cId="3480841973" sldId="2147376699"/>
        </pc:sldMkLst>
      </pc:sldChg>
      <pc:sldChg chg="modSp add mod">
        <pc:chgData name="Ashwani Mishra" userId="15d57bc9-d3a4-4ee8-885b-38ce2f0c857c" providerId="ADAL" clId="{DF6BBA32-F192-456A-9BA1-2C33B12DD5EB}" dt="2025-03-05T10:02:02.281" v="1274" actId="6549"/>
        <pc:sldMkLst>
          <pc:docMk/>
          <pc:sldMk cId="4010021905" sldId="2147376700"/>
        </pc:sldMkLst>
      </pc:sldChg>
      <pc:sldChg chg="addSp delSp modSp add mod">
        <pc:chgData name="Ashwani Mishra" userId="15d57bc9-d3a4-4ee8-885b-38ce2f0c857c" providerId="ADAL" clId="{DF6BBA32-F192-456A-9BA1-2C33B12DD5EB}" dt="2025-03-06T05:46:00.709" v="1378" actId="20577"/>
        <pc:sldMkLst>
          <pc:docMk/>
          <pc:sldMk cId="3433070542" sldId="2147376701"/>
        </pc:sldMkLst>
      </pc:sldChg>
      <pc:sldChg chg="modSp add mod">
        <pc:chgData name="Ashwani Mishra" userId="15d57bc9-d3a4-4ee8-885b-38ce2f0c857c" providerId="ADAL" clId="{DF6BBA32-F192-456A-9BA1-2C33B12DD5EB}" dt="2025-03-06T05:46:07.809" v="1380" actId="20577"/>
        <pc:sldMkLst>
          <pc:docMk/>
          <pc:sldMk cId="2495040766" sldId="2147376702"/>
        </pc:sldMkLst>
      </pc:sldChg>
      <pc:sldChg chg="modSp add mod">
        <pc:chgData name="Ashwani Mishra" userId="15d57bc9-d3a4-4ee8-885b-38ce2f0c857c" providerId="ADAL" clId="{DF6BBA32-F192-456A-9BA1-2C33B12DD5EB}" dt="2025-03-06T05:46:13.008" v="1382" actId="20577"/>
        <pc:sldMkLst>
          <pc:docMk/>
          <pc:sldMk cId="3660011275" sldId="2147376703"/>
        </pc:sldMkLst>
      </pc:sldChg>
      <pc:sldChg chg="modSp add mod">
        <pc:chgData name="Ashwani Mishra" userId="15d57bc9-d3a4-4ee8-885b-38ce2f0c857c" providerId="ADAL" clId="{DF6BBA32-F192-456A-9BA1-2C33B12DD5EB}" dt="2025-03-06T05:46:18.750" v="1384" actId="20577"/>
        <pc:sldMkLst>
          <pc:docMk/>
          <pc:sldMk cId="3556828421" sldId="2147376704"/>
        </pc:sldMkLst>
      </pc:sldChg>
      <pc:sldChg chg="modSp add mod">
        <pc:chgData name="Ashwani Mishra" userId="15d57bc9-d3a4-4ee8-885b-38ce2f0c857c" providerId="ADAL" clId="{DF6BBA32-F192-456A-9BA1-2C33B12DD5EB}" dt="2025-03-06T05:46:53.893" v="1403" actId="113"/>
        <pc:sldMkLst>
          <pc:docMk/>
          <pc:sldMk cId="1020428610" sldId="2147376705"/>
        </pc:sldMkLst>
      </pc:sldChg>
      <pc:sldChg chg="modSp add mod">
        <pc:chgData name="Ashwani Mishra" userId="15d57bc9-d3a4-4ee8-885b-38ce2f0c857c" providerId="ADAL" clId="{DF6BBA32-F192-456A-9BA1-2C33B12DD5EB}" dt="2025-03-06T06:12:18.460" v="1495" actId="20577"/>
        <pc:sldMkLst>
          <pc:docMk/>
          <pc:sldMk cId="2634282041" sldId="2147376706"/>
        </pc:sldMkLst>
      </pc:sldChg>
      <pc:sldChg chg="modSp add mod">
        <pc:chgData name="Ashwani Mishra" userId="15d57bc9-d3a4-4ee8-885b-38ce2f0c857c" providerId="ADAL" clId="{DF6BBA32-F192-456A-9BA1-2C33B12DD5EB}" dt="2025-03-06T06:19:31.243" v="1564" actId="20577"/>
        <pc:sldMkLst>
          <pc:docMk/>
          <pc:sldMk cId="2751895764" sldId="2147376707"/>
        </pc:sldMkLst>
      </pc:sldChg>
      <pc:sldChg chg="modSp add mod">
        <pc:chgData name="Ashwani Mishra" userId="15d57bc9-d3a4-4ee8-885b-38ce2f0c857c" providerId="ADAL" clId="{DF6BBA32-F192-456A-9BA1-2C33B12DD5EB}" dt="2025-03-06T06:19:35.077" v="1566" actId="20577"/>
        <pc:sldMkLst>
          <pc:docMk/>
          <pc:sldMk cId="1109104479" sldId="2147376708"/>
        </pc:sldMkLst>
      </pc:sldChg>
      <pc:sldChg chg="modSp add mod">
        <pc:chgData name="Ashwani Mishra" userId="15d57bc9-d3a4-4ee8-885b-38ce2f0c857c" providerId="ADAL" clId="{DF6BBA32-F192-456A-9BA1-2C33B12DD5EB}" dt="2025-03-06T06:19:39.641" v="1568" actId="20577"/>
        <pc:sldMkLst>
          <pc:docMk/>
          <pc:sldMk cId="229778211" sldId="2147376709"/>
        </pc:sldMkLst>
      </pc:sldChg>
      <pc:sldChg chg="modSp add mod">
        <pc:chgData name="Ashwani Mishra" userId="15d57bc9-d3a4-4ee8-885b-38ce2f0c857c" providerId="ADAL" clId="{DF6BBA32-F192-456A-9BA1-2C33B12DD5EB}" dt="2025-03-06T06:21:58.626" v="1578" actId="14734"/>
        <pc:sldMkLst>
          <pc:docMk/>
          <pc:sldMk cId="935423711" sldId="2147376710"/>
        </pc:sldMkLst>
      </pc:sldChg>
      <pc:sldChg chg="modSp add mod">
        <pc:chgData name="Ashwani Mishra" userId="15d57bc9-d3a4-4ee8-885b-38ce2f0c857c" providerId="ADAL" clId="{DF6BBA32-F192-456A-9BA1-2C33B12DD5EB}" dt="2025-03-06T06:22:59.333" v="1593" actId="20577"/>
        <pc:sldMkLst>
          <pc:docMk/>
          <pc:sldMk cId="2481122760" sldId="2147376711"/>
        </pc:sldMkLst>
      </pc:sldChg>
      <pc:sldChg chg="modSp add mod">
        <pc:chgData name="Ashwani Mishra" userId="15d57bc9-d3a4-4ee8-885b-38ce2f0c857c" providerId="ADAL" clId="{DF6BBA32-F192-456A-9BA1-2C33B12DD5EB}" dt="2025-03-06T06:24:25.782" v="1612" actId="255"/>
        <pc:sldMkLst>
          <pc:docMk/>
          <pc:sldMk cId="1520781175" sldId="2147376712"/>
        </pc:sldMkLst>
      </pc:sldChg>
      <pc:sldChg chg="modSp add mod">
        <pc:chgData name="Ashwani Mishra" userId="15d57bc9-d3a4-4ee8-885b-38ce2f0c857c" providerId="ADAL" clId="{DF6BBA32-F192-456A-9BA1-2C33B12DD5EB}" dt="2025-03-06T06:25:22.066" v="1636" actId="2711"/>
        <pc:sldMkLst>
          <pc:docMk/>
          <pc:sldMk cId="1435304999" sldId="2147376713"/>
        </pc:sldMkLst>
      </pc:sldChg>
      <pc:sldChg chg="modSp add mod">
        <pc:chgData name="Ashwani Mishra" userId="15d57bc9-d3a4-4ee8-885b-38ce2f0c857c" providerId="ADAL" clId="{DF6BBA32-F192-456A-9BA1-2C33B12DD5EB}" dt="2025-03-06T06:26:09.669" v="1661" actId="14100"/>
        <pc:sldMkLst>
          <pc:docMk/>
          <pc:sldMk cId="2501579431" sldId="2147376714"/>
        </pc:sldMkLst>
      </pc:sldChg>
      <pc:sldChg chg="modSp add mod">
        <pc:chgData name="Ashwani Mishra" userId="15d57bc9-d3a4-4ee8-885b-38ce2f0c857c" providerId="ADAL" clId="{DF6BBA32-F192-456A-9BA1-2C33B12DD5EB}" dt="2025-03-06T06:28:01.654" v="1688" actId="14734"/>
        <pc:sldMkLst>
          <pc:docMk/>
          <pc:sldMk cId="664449989" sldId="2147376715"/>
        </pc:sldMkLst>
      </pc:sldChg>
      <pc:sldChg chg="modSp add mod">
        <pc:chgData name="Ashwani Mishra" userId="15d57bc9-d3a4-4ee8-885b-38ce2f0c857c" providerId="ADAL" clId="{DF6BBA32-F192-456A-9BA1-2C33B12DD5EB}" dt="2025-03-06T06:29:02.756" v="1713" actId="108"/>
        <pc:sldMkLst>
          <pc:docMk/>
          <pc:sldMk cId="2699178926" sldId="2147376716"/>
        </pc:sldMkLst>
      </pc:sldChg>
      <pc:sldChg chg="modSp add mod">
        <pc:chgData name="Ashwani Mishra" userId="15d57bc9-d3a4-4ee8-885b-38ce2f0c857c" providerId="ADAL" clId="{DF6BBA32-F192-456A-9BA1-2C33B12DD5EB}" dt="2025-03-06T06:29:53.839" v="1735" actId="255"/>
        <pc:sldMkLst>
          <pc:docMk/>
          <pc:sldMk cId="628253750" sldId="2147376717"/>
        </pc:sldMkLst>
      </pc:sldChg>
      <pc:sldChg chg="modSp add mod">
        <pc:chgData name="Ashwani Mishra" userId="15d57bc9-d3a4-4ee8-885b-38ce2f0c857c" providerId="ADAL" clId="{DF6BBA32-F192-456A-9BA1-2C33B12DD5EB}" dt="2025-03-06T06:35:35.024" v="1764" actId="255"/>
        <pc:sldMkLst>
          <pc:docMk/>
          <pc:sldMk cId="2807645824" sldId="2147376718"/>
        </pc:sldMkLst>
      </pc:sldChg>
      <pc:sldMasterChg chg="delSldLayout">
        <pc:chgData name="Ashwani Mishra" userId="15d57bc9-d3a4-4ee8-885b-38ce2f0c857c" providerId="ADAL" clId="{DF6BBA32-F192-456A-9BA1-2C33B12DD5EB}" dt="2025-03-05T09:47:01.533" v="1159" actId="47"/>
        <pc:sldMasterMkLst>
          <pc:docMk/>
          <pc:sldMasterMk cId="848123093" sldId="2147483648"/>
        </pc:sldMasterMkLst>
        <pc:sldLayoutChg chg="del">
          <pc:chgData name="Ashwani Mishra" userId="15d57bc9-d3a4-4ee8-885b-38ce2f0c857c" providerId="ADAL" clId="{DF6BBA32-F192-456A-9BA1-2C33B12DD5EB}" dt="2025-03-05T09:46:29.433" v="1140" actId="47"/>
          <pc:sldLayoutMkLst>
            <pc:docMk/>
            <pc:sldMasterMk cId="848123093" sldId="2147483648"/>
            <pc:sldLayoutMk cId="2763372129" sldId="2147483689"/>
          </pc:sldLayoutMkLst>
        </pc:sldLayoutChg>
        <pc:sldLayoutChg chg="del">
          <pc:chgData name="Ashwani Mishra" userId="15d57bc9-d3a4-4ee8-885b-38ce2f0c857c" providerId="ADAL" clId="{DF6BBA32-F192-456A-9BA1-2C33B12DD5EB}" dt="2025-03-05T09:47:01.533" v="1159" actId="47"/>
          <pc:sldLayoutMkLst>
            <pc:docMk/>
            <pc:sldMasterMk cId="848123093" sldId="2147483648"/>
            <pc:sldLayoutMk cId="3031791118" sldId="2147483690"/>
          </pc:sldLayoutMkLst>
        </pc:sldLayoutChg>
      </pc:sldMasterChg>
    </pc:docChg>
  </pc:docChgLst>
  <pc:docChgLst>
    <pc:chgData name="Porus P Jain" userId="426241ab-ce3a-418a-a669-bb9355426681" providerId="ADAL" clId="{8714707C-555F-487E-BD4C-2C3BE3293A83}"/>
    <pc:docChg chg="delSld sldOrd">
      <pc:chgData name="Porus P Jain" userId="426241ab-ce3a-418a-a669-bb9355426681" providerId="ADAL" clId="{8714707C-555F-487E-BD4C-2C3BE3293A83}" dt="2024-03-23T07:57:55.196" v="3"/>
      <pc:docMkLst>
        <pc:docMk/>
      </pc:docMkLst>
      <pc:sldChg chg="del">
        <pc:chgData name="Porus P Jain" userId="426241ab-ce3a-418a-a669-bb9355426681" providerId="ADAL" clId="{8714707C-555F-487E-BD4C-2C3BE3293A83}" dt="2024-03-23T07:57:38.266" v="0" actId="47"/>
        <pc:sldMkLst>
          <pc:docMk/>
          <pc:sldMk cId="2173134238" sldId="270"/>
        </pc:sldMkLst>
      </pc:sldChg>
      <pc:sldChg chg="del">
        <pc:chgData name="Porus P Jain" userId="426241ab-ce3a-418a-a669-bb9355426681" providerId="ADAL" clId="{8714707C-555F-487E-BD4C-2C3BE3293A83}" dt="2024-03-23T07:57:38.879" v="1" actId="47"/>
        <pc:sldMkLst>
          <pc:docMk/>
          <pc:sldMk cId="1577418492" sldId="271"/>
        </pc:sldMkLst>
      </pc:sldChg>
      <pc:sldChg chg="ord">
        <pc:chgData name="Porus P Jain" userId="426241ab-ce3a-418a-a669-bb9355426681" providerId="ADAL" clId="{8714707C-555F-487E-BD4C-2C3BE3293A83}" dt="2024-03-23T07:57:55.196" v="3"/>
        <pc:sldMkLst>
          <pc:docMk/>
          <pc:sldMk cId="294629081" sldId="2145709058"/>
        </pc:sldMkLst>
      </pc:sldChg>
      <pc:sldChg chg="del">
        <pc:chgData name="Porus P Jain" userId="426241ab-ce3a-418a-a669-bb9355426681" providerId="ADAL" clId="{8714707C-555F-487E-BD4C-2C3BE3293A83}" dt="2024-03-23T07:57:40.788" v="2" actId="47"/>
        <pc:sldMkLst>
          <pc:docMk/>
          <pc:sldMk cId="2294917627" sldId="2145709155"/>
        </pc:sldMkLst>
      </pc:sldChg>
    </pc:docChg>
  </pc:docChgLst>
  <pc:docChgLst>
    <pc:chgData name="Porus P Jain" userId="426241ab-ce3a-418a-a669-bb9355426681" providerId="ADAL" clId="{4065F156-7A03-47D6-B449-4833BA2319E1}"/>
    <pc:docChg chg="undo custSel addSld modSld modNotesMaster">
      <pc:chgData name="Porus P Jain" userId="426241ab-ce3a-418a-a669-bb9355426681" providerId="ADAL" clId="{4065F156-7A03-47D6-B449-4833BA2319E1}" dt="2024-05-17T13:40:53.695" v="132" actId="14100"/>
      <pc:docMkLst>
        <pc:docMk/>
      </pc:docMkLst>
      <pc:sldChg chg="modNotes">
        <pc:chgData name="Porus P Jain" userId="426241ab-ce3a-418a-a669-bb9355426681" providerId="ADAL" clId="{4065F156-7A03-47D6-B449-4833BA2319E1}" dt="2024-05-17T13:32:49.754" v="0"/>
        <pc:sldMkLst>
          <pc:docMk/>
          <pc:sldMk cId="2700264757" sldId="358"/>
        </pc:sldMkLst>
      </pc:sldChg>
      <pc:sldChg chg="modNotes">
        <pc:chgData name="Porus P Jain" userId="426241ab-ce3a-418a-a669-bb9355426681" providerId="ADAL" clId="{4065F156-7A03-47D6-B449-4833BA2319E1}" dt="2024-05-17T13:32:49.754" v="0"/>
        <pc:sldMkLst>
          <pc:docMk/>
          <pc:sldMk cId="2506995720" sldId="6031"/>
        </pc:sldMkLst>
      </pc:sldChg>
      <pc:sldChg chg="modNotes">
        <pc:chgData name="Porus P Jain" userId="426241ab-ce3a-418a-a669-bb9355426681" providerId="ADAL" clId="{4065F156-7A03-47D6-B449-4833BA2319E1}" dt="2024-05-17T13:32:49.754" v="0"/>
        <pc:sldMkLst>
          <pc:docMk/>
          <pc:sldMk cId="3881750626" sldId="6032"/>
        </pc:sldMkLst>
      </pc:sldChg>
      <pc:sldChg chg="modNotes">
        <pc:chgData name="Porus P Jain" userId="426241ab-ce3a-418a-a669-bb9355426681" providerId="ADAL" clId="{4065F156-7A03-47D6-B449-4833BA2319E1}" dt="2024-05-17T13:32:49.754" v="0"/>
        <pc:sldMkLst>
          <pc:docMk/>
          <pc:sldMk cId="3101900149" sldId="6033"/>
        </pc:sldMkLst>
      </pc:sldChg>
      <pc:sldChg chg="modSp mod">
        <pc:chgData name="Porus P Jain" userId="426241ab-ce3a-418a-a669-bb9355426681" providerId="ADAL" clId="{4065F156-7A03-47D6-B449-4833BA2319E1}" dt="2024-05-17T13:40:53.695" v="132" actId="14100"/>
        <pc:sldMkLst>
          <pc:docMk/>
          <pc:sldMk cId="1126235388" sldId="2145709199"/>
        </pc:sldMkLst>
      </pc:sldChg>
      <pc:sldChg chg="modSp mod">
        <pc:chgData name="Porus P Jain" userId="426241ab-ce3a-418a-a669-bb9355426681" providerId="ADAL" clId="{4065F156-7A03-47D6-B449-4833BA2319E1}" dt="2024-05-17T13:40:41.947" v="130" actId="20577"/>
        <pc:sldMkLst>
          <pc:docMk/>
          <pc:sldMk cId="210247988" sldId="2145709201"/>
        </pc:sldMkLst>
      </pc:sldChg>
      <pc:sldChg chg="modSp mod">
        <pc:chgData name="Porus P Jain" userId="426241ab-ce3a-418a-a669-bb9355426681" providerId="ADAL" clId="{4065F156-7A03-47D6-B449-4833BA2319E1}" dt="2024-05-17T13:40:09.082" v="101" actId="14100"/>
        <pc:sldMkLst>
          <pc:docMk/>
          <pc:sldMk cId="2818705220" sldId="2145709202"/>
        </pc:sldMkLst>
      </pc:sldChg>
      <pc:sldChg chg="modSp mod">
        <pc:chgData name="Porus P Jain" userId="426241ab-ce3a-418a-a669-bb9355426681" providerId="ADAL" clId="{4065F156-7A03-47D6-B449-4833BA2319E1}" dt="2024-05-17T13:39:57.483" v="98" actId="20577"/>
        <pc:sldMkLst>
          <pc:docMk/>
          <pc:sldMk cId="3151595210" sldId="2145709206"/>
        </pc:sldMkLst>
      </pc:sldChg>
      <pc:sldChg chg="modNotes">
        <pc:chgData name="Porus P Jain" userId="426241ab-ce3a-418a-a669-bb9355426681" providerId="ADAL" clId="{4065F156-7A03-47D6-B449-4833BA2319E1}" dt="2024-05-17T13:32:49.754" v="0"/>
        <pc:sldMkLst>
          <pc:docMk/>
          <pc:sldMk cId="2882579402" sldId="2145709222"/>
        </pc:sldMkLst>
      </pc:sldChg>
      <pc:sldChg chg="modNotes">
        <pc:chgData name="Porus P Jain" userId="426241ab-ce3a-418a-a669-bb9355426681" providerId="ADAL" clId="{4065F156-7A03-47D6-B449-4833BA2319E1}" dt="2024-05-17T13:32:49.754" v="0"/>
        <pc:sldMkLst>
          <pc:docMk/>
          <pc:sldMk cId="2993260989" sldId="2145709224"/>
        </pc:sldMkLst>
      </pc:sldChg>
      <pc:sldChg chg="modNotes">
        <pc:chgData name="Porus P Jain" userId="426241ab-ce3a-418a-a669-bb9355426681" providerId="ADAL" clId="{4065F156-7A03-47D6-B449-4833BA2319E1}" dt="2024-05-17T13:32:49.754" v="0"/>
        <pc:sldMkLst>
          <pc:docMk/>
          <pc:sldMk cId="3660305007" sldId="2145709229"/>
        </pc:sldMkLst>
      </pc:sldChg>
      <pc:sldChg chg="modNotes">
        <pc:chgData name="Porus P Jain" userId="426241ab-ce3a-418a-a669-bb9355426681" providerId="ADAL" clId="{4065F156-7A03-47D6-B449-4833BA2319E1}" dt="2024-05-17T13:32:49.754" v="0"/>
        <pc:sldMkLst>
          <pc:docMk/>
          <pc:sldMk cId="1650825569" sldId="2145709230"/>
        </pc:sldMkLst>
      </pc:sldChg>
      <pc:sldChg chg="modNotes">
        <pc:chgData name="Porus P Jain" userId="426241ab-ce3a-418a-a669-bb9355426681" providerId="ADAL" clId="{4065F156-7A03-47D6-B449-4833BA2319E1}" dt="2024-05-17T13:32:49.754" v="0"/>
        <pc:sldMkLst>
          <pc:docMk/>
          <pc:sldMk cId="2106846554" sldId="2145709232"/>
        </pc:sldMkLst>
      </pc:sldChg>
      <pc:sldChg chg="modNotes">
        <pc:chgData name="Porus P Jain" userId="426241ab-ce3a-418a-a669-bb9355426681" providerId="ADAL" clId="{4065F156-7A03-47D6-B449-4833BA2319E1}" dt="2024-05-17T13:32:49.754" v="0"/>
        <pc:sldMkLst>
          <pc:docMk/>
          <pc:sldMk cId="2912954689" sldId="2145709236"/>
        </pc:sldMkLst>
      </pc:sldChg>
      <pc:sldChg chg="modNotes">
        <pc:chgData name="Porus P Jain" userId="426241ab-ce3a-418a-a669-bb9355426681" providerId="ADAL" clId="{4065F156-7A03-47D6-B449-4833BA2319E1}" dt="2024-05-17T13:32:49.754" v="0"/>
        <pc:sldMkLst>
          <pc:docMk/>
          <pc:sldMk cId="3951430112" sldId="2145709237"/>
        </pc:sldMkLst>
      </pc:sldChg>
      <pc:sldChg chg="modNotes">
        <pc:chgData name="Porus P Jain" userId="426241ab-ce3a-418a-a669-bb9355426681" providerId="ADAL" clId="{4065F156-7A03-47D6-B449-4833BA2319E1}" dt="2024-05-17T13:32:49.754" v="0"/>
        <pc:sldMkLst>
          <pc:docMk/>
          <pc:sldMk cId="3197901299" sldId="2145709238"/>
        </pc:sldMkLst>
      </pc:sldChg>
      <pc:sldChg chg="modNotes">
        <pc:chgData name="Porus P Jain" userId="426241ab-ce3a-418a-a669-bb9355426681" providerId="ADAL" clId="{4065F156-7A03-47D6-B449-4833BA2319E1}" dt="2024-05-17T13:32:49.754" v="0"/>
        <pc:sldMkLst>
          <pc:docMk/>
          <pc:sldMk cId="1896298845" sldId="2147376142"/>
        </pc:sldMkLst>
      </pc:sldChg>
      <pc:sldChg chg="modNotes">
        <pc:chgData name="Porus P Jain" userId="426241ab-ce3a-418a-a669-bb9355426681" providerId="ADAL" clId="{4065F156-7A03-47D6-B449-4833BA2319E1}" dt="2024-05-17T13:32:49.754" v="0"/>
        <pc:sldMkLst>
          <pc:docMk/>
          <pc:sldMk cId="1949651568" sldId="2147376143"/>
        </pc:sldMkLst>
      </pc:sldChg>
      <pc:sldChg chg="modNotes">
        <pc:chgData name="Porus P Jain" userId="426241ab-ce3a-418a-a669-bb9355426681" providerId="ADAL" clId="{4065F156-7A03-47D6-B449-4833BA2319E1}" dt="2024-05-17T13:32:49.754" v="0"/>
        <pc:sldMkLst>
          <pc:docMk/>
          <pc:sldMk cId="1887680349" sldId="2147376146"/>
        </pc:sldMkLst>
      </pc:sldChg>
      <pc:sldChg chg="modSp add mod">
        <pc:chgData name="Porus P Jain" userId="426241ab-ce3a-418a-a669-bb9355426681" providerId="ADAL" clId="{4065F156-7A03-47D6-B449-4833BA2319E1}" dt="2024-05-17T13:39:05.726" v="64" actId="20577"/>
        <pc:sldMkLst>
          <pc:docMk/>
          <pc:sldMk cId="2822637573" sldId="2147376159"/>
        </pc:sldMkLst>
      </pc:sldChg>
    </pc:docChg>
  </pc:docChgLst>
  <pc:docChgLst>
    <pc:chgData name="Ashwani Mishra" userId="15d57bc9-d3a4-4ee8-885b-38ce2f0c857c" providerId="ADAL" clId="{F1F2A71A-3BD1-48EF-B31F-D0FC364401D0}"/>
    <pc:docChg chg="custSel addSld delSld modSld sldOrd">
      <pc:chgData name="Ashwani Mishra" userId="15d57bc9-d3a4-4ee8-885b-38ce2f0c857c" providerId="ADAL" clId="{F1F2A71A-3BD1-48EF-B31F-D0FC364401D0}" dt="2025-09-17T04:51:34.505" v="178" actId="207"/>
      <pc:docMkLst>
        <pc:docMk/>
      </pc:docMkLst>
      <pc:sldChg chg="add">
        <pc:chgData name="Ashwani Mishra" userId="15d57bc9-d3a4-4ee8-885b-38ce2f0c857c" providerId="ADAL" clId="{F1F2A71A-3BD1-48EF-B31F-D0FC364401D0}" dt="2025-09-16T14:52:46.074" v="54"/>
        <pc:sldMkLst>
          <pc:docMk/>
          <pc:sldMk cId="887026810" sldId="256"/>
        </pc:sldMkLst>
      </pc:sldChg>
      <pc:sldChg chg="modSp mod">
        <pc:chgData name="Ashwani Mishra" userId="15d57bc9-d3a4-4ee8-885b-38ce2f0c857c" providerId="ADAL" clId="{F1F2A71A-3BD1-48EF-B31F-D0FC364401D0}" dt="2025-09-17T04:51:15.820" v="176" actId="115"/>
        <pc:sldMkLst>
          <pc:docMk/>
          <pc:sldMk cId="1281870220" sldId="6001"/>
        </pc:sldMkLst>
      </pc:sldChg>
      <pc:sldChg chg="add">
        <pc:chgData name="Ashwani Mishra" userId="15d57bc9-d3a4-4ee8-885b-38ce2f0c857c" providerId="ADAL" clId="{F1F2A71A-3BD1-48EF-B31F-D0FC364401D0}" dt="2025-09-16T14:58:04.483" v="67"/>
        <pc:sldMkLst>
          <pc:docMk/>
          <pc:sldMk cId="700912913" sldId="6246"/>
        </pc:sldMkLst>
      </pc:sldChg>
      <pc:sldChg chg="del">
        <pc:chgData name="Ashwani Mishra" userId="15d57bc9-d3a4-4ee8-885b-38ce2f0c857c" providerId="ADAL" clId="{F1F2A71A-3BD1-48EF-B31F-D0FC364401D0}" dt="2025-09-16T14:51:48.750" v="51" actId="47"/>
        <pc:sldMkLst>
          <pc:docMk/>
          <pc:sldMk cId="1500137299" sldId="2147376156"/>
        </pc:sldMkLst>
      </pc:sldChg>
      <pc:sldChg chg="del">
        <pc:chgData name="Ashwani Mishra" userId="15d57bc9-d3a4-4ee8-885b-38ce2f0c857c" providerId="ADAL" clId="{F1F2A71A-3BD1-48EF-B31F-D0FC364401D0}" dt="2025-09-16T14:52:03.942" v="53" actId="47"/>
        <pc:sldMkLst>
          <pc:docMk/>
          <pc:sldMk cId="3576340285" sldId="2147376479"/>
        </pc:sldMkLst>
      </pc:sldChg>
      <pc:sldChg chg="add">
        <pc:chgData name="Ashwani Mishra" userId="15d57bc9-d3a4-4ee8-885b-38ce2f0c857c" providerId="ADAL" clId="{F1F2A71A-3BD1-48EF-B31F-D0FC364401D0}" dt="2025-09-16T14:59:41.933" v="71"/>
        <pc:sldMkLst>
          <pc:docMk/>
          <pc:sldMk cId="3424460635" sldId="2147376480"/>
        </pc:sldMkLst>
      </pc:sldChg>
      <pc:sldChg chg="addSp delSp modSp add mod">
        <pc:chgData name="Ashwani Mishra" userId="15d57bc9-d3a4-4ee8-885b-38ce2f0c857c" providerId="ADAL" clId="{F1F2A71A-3BD1-48EF-B31F-D0FC364401D0}" dt="2025-09-16T15:17:26.885" v="98" actId="20577"/>
        <pc:sldMkLst>
          <pc:docMk/>
          <pc:sldMk cId="699841221" sldId="2147376549"/>
        </pc:sldMkLst>
        <pc:spChg chg="mod">
          <ac:chgData name="Ashwani Mishra" userId="15d57bc9-d3a4-4ee8-885b-38ce2f0c857c" providerId="ADAL" clId="{F1F2A71A-3BD1-48EF-B31F-D0FC364401D0}" dt="2025-09-16T15:17:26.885" v="98" actId="20577"/>
          <ac:spMkLst>
            <pc:docMk/>
            <pc:sldMk cId="699841221" sldId="2147376549"/>
            <ac:spMk id="10" creationId="{8B7AC293-973F-96F6-D213-C2AE2401E257}"/>
          </ac:spMkLst>
        </pc:spChg>
        <pc:spChg chg="mod">
          <ac:chgData name="Ashwani Mishra" userId="15d57bc9-d3a4-4ee8-885b-38ce2f0c857c" providerId="ADAL" clId="{F1F2A71A-3BD1-48EF-B31F-D0FC364401D0}" dt="2025-09-16T14:58:50.571" v="70" actId="20577"/>
          <ac:spMkLst>
            <pc:docMk/>
            <pc:sldMk cId="699841221" sldId="2147376549"/>
            <ac:spMk id="18" creationId="{B57432E7-F88F-4035-8C49-4F4CE348A9DC}"/>
          </ac:spMkLst>
        </pc:spChg>
        <pc:picChg chg="add mod">
          <ac:chgData name="Ashwani Mishra" userId="15d57bc9-d3a4-4ee8-885b-38ce2f0c857c" providerId="ADAL" clId="{F1F2A71A-3BD1-48EF-B31F-D0FC364401D0}" dt="2025-09-16T15:17:06.682" v="94" actId="14100"/>
          <ac:picMkLst>
            <pc:docMk/>
            <pc:sldMk cId="699841221" sldId="2147376549"/>
            <ac:picMk id="14" creationId="{A8ABE497-8C14-7F5D-2D7C-9043EDF38B32}"/>
          </ac:picMkLst>
        </pc:picChg>
        <pc:picChg chg="add mod">
          <ac:chgData name="Ashwani Mishra" userId="15d57bc9-d3a4-4ee8-885b-38ce2f0c857c" providerId="ADAL" clId="{F1F2A71A-3BD1-48EF-B31F-D0FC364401D0}" dt="2025-09-16T15:17:04.018" v="93" actId="14100"/>
          <ac:picMkLst>
            <pc:docMk/>
            <pc:sldMk cId="699841221" sldId="2147376549"/>
            <ac:picMk id="37" creationId="{D933D798-10BB-F5C9-FDBF-F803FB5AA05A}"/>
          </ac:picMkLst>
        </pc:picChg>
        <pc:picChg chg="add mod">
          <ac:chgData name="Ashwani Mishra" userId="15d57bc9-d3a4-4ee8-885b-38ce2f0c857c" providerId="ADAL" clId="{F1F2A71A-3BD1-48EF-B31F-D0FC364401D0}" dt="2025-09-16T15:17:14.861" v="96" actId="14100"/>
          <ac:picMkLst>
            <pc:docMk/>
            <pc:sldMk cId="699841221" sldId="2147376549"/>
            <ac:picMk id="39" creationId="{A01AF7DE-7038-8822-017B-5CE425C42CFB}"/>
          </ac:picMkLst>
        </pc:picChg>
        <pc:picChg chg="add mod">
          <ac:chgData name="Ashwani Mishra" userId="15d57bc9-d3a4-4ee8-885b-38ce2f0c857c" providerId="ADAL" clId="{F1F2A71A-3BD1-48EF-B31F-D0FC364401D0}" dt="2025-09-16T15:17:00.562" v="92" actId="14100"/>
          <ac:picMkLst>
            <pc:docMk/>
            <pc:sldMk cId="699841221" sldId="2147376549"/>
            <ac:picMk id="41" creationId="{E2B0BECF-248D-1048-C65E-66035FEDE87B}"/>
          </ac:picMkLst>
        </pc:picChg>
      </pc:sldChg>
      <pc:sldChg chg="add">
        <pc:chgData name="Ashwani Mishra" userId="15d57bc9-d3a4-4ee8-885b-38ce2f0c857c" providerId="ADAL" clId="{F1F2A71A-3BD1-48EF-B31F-D0FC364401D0}" dt="2025-09-16T14:51:23.423" v="49"/>
        <pc:sldMkLst>
          <pc:docMk/>
          <pc:sldMk cId="4043791552" sldId="2147376560"/>
        </pc:sldMkLst>
      </pc:sldChg>
      <pc:sldChg chg="addSp delSp modSp add mod">
        <pc:chgData name="Ashwani Mishra" userId="15d57bc9-d3a4-4ee8-885b-38ce2f0c857c" providerId="ADAL" clId="{F1F2A71A-3BD1-48EF-B31F-D0FC364401D0}" dt="2025-09-16T14:56:13.544" v="64"/>
        <pc:sldMkLst>
          <pc:docMk/>
          <pc:sldMk cId="222882548" sldId="2147376618"/>
        </pc:sldMkLst>
      </pc:sldChg>
      <pc:sldChg chg="modSp add">
        <pc:chgData name="Ashwani Mishra" userId="15d57bc9-d3a4-4ee8-885b-38ce2f0c857c" providerId="ADAL" clId="{F1F2A71A-3BD1-48EF-B31F-D0FC364401D0}" dt="2025-09-16T14:56:01.795" v="62"/>
        <pc:sldMkLst>
          <pc:docMk/>
          <pc:sldMk cId="671220431" sldId="2147376622"/>
        </pc:sldMkLst>
      </pc:sldChg>
      <pc:sldChg chg="add">
        <pc:chgData name="Ashwani Mishra" userId="15d57bc9-d3a4-4ee8-885b-38ce2f0c857c" providerId="ADAL" clId="{F1F2A71A-3BD1-48EF-B31F-D0FC364401D0}" dt="2025-09-16T14:54:01.814" v="60"/>
        <pc:sldMkLst>
          <pc:docMk/>
          <pc:sldMk cId="65857030" sldId="2147376655"/>
        </pc:sldMkLst>
      </pc:sldChg>
      <pc:sldChg chg="modSp mod">
        <pc:chgData name="Ashwani Mishra" userId="15d57bc9-d3a4-4ee8-885b-38ce2f0c857c" providerId="ADAL" clId="{F1F2A71A-3BD1-48EF-B31F-D0FC364401D0}" dt="2025-09-16T14:42:36.284" v="47" actId="20577"/>
        <pc:sldMkLst>
          <pc:docMk/>
          <pc:sldMk cId="3697540684" sldId="2147376697"/>
        </pc:sldMkLst>
        <pc:spChg chg="mod">
          <ac:chgData name="Ashwani Mishra" userId="15d57bc9-d3a4-4ee8-885b-38ce2f0c857c" providerId="ADAL" clId="{F1F2A71A-3BD1-48EF-B31F-D0FC364401D0}" dt="2025-09-16T14:42:21.862" v="31" actId="20577"/>
          <ac:spMkLst>
            <pc:docMk/>
            <pc:sldMk cId="3697540684" sldId="2147376697"/>
            <ac:spMk id="2" creationId="{38F185EA-E0C3-007A-75C7-A730F76C7ADD}"/>
          </ac:spMkLst>
        </pc:spChg>
        <pc:spChg chg="mod">
          <ac:chgData name="Ashwani Mishra" userId="15d57bc9-d3a4-4ee8-885b-38ce2f0c857c" providerId="ADAL" clId="{F1F2A71A-3BD1-48EF-B31F-D0FC364401D0}" dt="2025-09-16T14:42:36.284" v="47" actId="20577"/>
          <ac:spMkLst>
            <pc:docMk/>
            <pc:sldMk cId="3697540684" sldId="2147376697"/>
            <ac:spMk id="12" creationId="{F048B9A9-07CE-12BD-EEE2-CA436C3D8EB3}"/>
          </ac:spMkLst>
        </pc:spChg>
      </pc:sldChg>
      <pc:sldChg chg="ord">
        <pc:chgData name="Ashwani Mishra" userId="15d57bc9-d3a4-4ee8-885b-38ce2f0c857c" providerId="ADAL" clId="{F1F2A71A-3BD1-48EF-B31F-D0FC364401D0}" dt="2025-09-16T14:53:09.104" v="57"/>
        <pc:sldMkLst>
          <pc:docMk/>
          <pc:sldMk cId="1342659779" sldId="2147376722"/>
        </pc:sldMkLst>
      </pc:sldChg>
      <pc:sldChg chg="ord">
        <pc:chgData name="Ashwani Mishra" userId="15d57bc9-d3a4-4ee8-885b-38ce2f0c857c" providerId="ADAL" clId="{F1F2A71A-3BD1-48EF-B31F-D0FC364401D0}" dt="2025-09-16T14:53:09.104" v="57"/>
        <pc:sldMkLst>
          <pc:docMk/>
          <pc:sldMk cId="1183482694" sldId="2147376723"/>
        </pc:sldMkLst>
      </pc:sldChg>
      <pc:sldChg chg="add">
        <pc:chgData name="Ashwani Mishra" userId="15d57bc9-d3a4-4ee8-885b-38ce2f0c857c" providerId="ADAL" clId="{F1F2A71A-3BD1-48EF-B31F-D0FC364401D0}" dt="2025-09-16T14:51:45.419" v="50"/>
        <pc:sldMkLst>
          <pc:docMk/>
          <pc:sldMk cId="2648942392" sldId="2147376724"/>
        </pc:sldMkLst>
      </pc:sldChg>
      <pc:sldChg chg="modSp add mod">
        <pc:chgData name="Ashwani Mishra" userId="15d57bc9-d3a4-4ee8-885b-38ce2f0c857c" providerId="ADAL" clId="{F1F2A71A-3BD1-48EF-B31F-D0FC364401D0}" dt="2025-09-16T15:18:20.048" v="99" actId="3626"/>
        <pc:sldMkLst>
          <pc:docMk/>
          <pc:sldMk cId="3109796173" sldId="2147376725"/>
        </pc:sldMkLst>
      </pc:sldChg>
      <pc:sldChg chg="add">
        <pc:chgData name="Ashwani Mishra" userId="15d57bc9-d3a4-4ee8-885b-38ce2f0c857c" providerId="ADAL" clId="{F1F2A71A-3BD1-48EF-B31F-D0FC364401D0}" dt="2025-09-16T14:53:03.336" v="55"/>
        <pc:sldMkLst>
          <pc:docMk/>
          <pc:sldMk cId="4262090947" sldId="2147376726"/>
        </pc:sldMkLst>
      </pc:sldChg>
      <pc:sldChg chg="add">
        <pc:chgData name="Ashwani Mishra" userId="15d57bc9-d3a4-4ee8-885b-38ce2f0c857c" providerId="ADAL" clId="{F1F2A71A-3BD1-48EF-B31F-D0FC364401D0}" dt="2025-09-16T14:53:03.336" v="55"/>
        <pc:sldMkLst>
          <pc:docMk/>
          <pc:sldMk cId="1660375867" sldId="2147376727"/>
        </pc:sldMkLst>
      </pc:sldChg>
      <pc:sldChg chg="add">
        <pc:chgData name="Ashwani Mishra" userId="15d57bc9-d3a4-4ee8-885b-38ce2f0c857c" providerId="ADAL" clId="{F1F2A71A-3BD1-48EF-B31F-D0FC364401D0}" dt="2025-09-16T14:53:24.860" v="58"/>
        <pc:sldMkLst>
          <pc:docMk/>
          <pc:sldMk cId="2267842760" sldId="2147376728"/>
        </pc:sldMkLst>
      </pc:sldChg>
      <pc:sldChg chg="add">
        <pc:chgData name="Ashwani Mishra" userId="15d57bc9-d3a4-4ee8-885b-38ce2f0c857c" providerId="ADAL" clId="{F1F2A71A-3BD1-48EF-B31F-D0FC364401D0}" dt="2025-09-16T14:53:40.317" v="59"/>
        <pc:sldMkLst>
          <pc:docMk/>
          <pc:sldMk cId="184406369" sldId="2147376729"/>
        </pc:sldMkLst>
      </pc:sldChg>
      <pc:sldChg chg="add">
        <pc:chgData name="Ashwani Mishra" userId="15d57bc9-d3a4-4ee8-885b-38ce2f0c857c" providerId="ADAL" clId="{F1F2A71A-3BD1-48EF-B31F-D0FC364401D0}" dt="2025-09-16T14:54:01.814" v="60"/>
        <pc:sldMkLst>
          <pc:docMk/>
          <pc:sldMk cId="154441422" sldId="2147376731"/>
        </pc:sldMkLst>
      </pc:sldChg>
      <pc:sldChg chg="add">
        <pc:chgData name="Ashwani Mishra" userId="15d57bc9-d3a4-4ee8-885b-38ce2f0c857c" providerId="ADAL" clId="{F1F2A71A-3BD1-48EF-B31F-D0FC364401D0}" dt="2025-09-16T14:54:01.814" v="60"/>
        <pc:sldMkLst>
          <pc:docMk/>
          <pc:sldMk cId="1834053900" sldId="2147376732"/>
        </pc:sldMkLst>
      </pc:sldChg>
      <pc:sldChg chg="modSp add">
        <pc:chgData name="Ashwani Mishra" userId="15d57bc9-d3a4-4ee8-885b-38ce2f0c857c" providerId="ADAL" clId="{F1F2A71A-3BD1-48EF-B31F-D0FC364401D0}" dt="2025-09-17T04:49:52.156" v="169" actId="20577"/>
        <pc:sldMkLst>
          <pc:docMk/>
          <pc:sldMk cId="4028222737" sldId="2147376733"/>
        </pc:sldMkLst>
      </pc:sldChg>
      <pc:sldChg chg="modSp add">
        <pc:chgData name="Ashwani Mishra" userId="15d57bc9-d3a4-4ee8-885b-38ce2f0c857c" providerId="ADAL" clId="{F1F2A71A-3BD1-48EF-B31F-D0FC364401D0}" dt="2025-09-16T14:56:34.531" v="65"/>
        <pc:sldMkLst>
          <pc:docMk/>
          <pc:sldMk cId="2959483268" sldId="2147376734"/>
        </pc:sldMkLst>
      </pc:sldChg>
      <pc:sldChg chg="add">
        <pc:chgData name="Ashwani Mishra" userId="15d57bc9-d3a4-4ee8-885b-38ce2f0c857c" providerId="ADAL" clId="{F1F2A71A-3BD1-48EF-B31F-D0FC364401D0}" dt="2025-09-16T14:59:41.933" v="71"/>
        <pc:sldMkLst>
          <pc:docMk/>
          <pc:sldMk cId="941314089" sldId="2147376787"/>
        </pc:sldMkLst>
      </pc:sldChg>
      <pc:sldChg chg="modSp add mod">
        <pc:chgData name="Ashwani Mishra" userId="15d57bc9-d3a4-4ee8-885b-38ce2f0c857c" providerId="ADAL" clId="{F1F2A71A-3BD1-48EF-B31F-D0FC364401D0}" dt="2025-09-17T04:51:34.505" v="178" actId="207"/>
        <pc:sldMkLst>
          <pc:docMk/>
          <pc:sldMk cId="4002326900" sldId="2147376806"/>
        </pc:sldMkLst>
      </pc:sldChg>
      <pc:sldChg chg="add">
        <pc:chgData name="Ashwani Mishra" userId="15d57bc9-d3a4-4ee8-885b-38ce2f0c857c" providerId="ADAL" clId="{F1F2A71A-3BD1-48EF-B31F-D0FC364401D0}" dt="2025-09-16T14:58:04.483" v="67"/>
        <pc:sldMkLst>
          <pc:docMk/>
          <pc:sldMk cId="2949070085" sldId="2147376807"/>
        </pc:sldMkLst>
      </pc:sldChg>
      <pc:sldChg chg="add">
        <pc:chgData name="Ashwani Mishra" userId="15d57bc9-d3a4-4ee8-885b-38ce2f0c857c" providerId="ADAL" clId="{F1F2A71A-3BD1-48EF-B31F-D0FC364401D0}" dt="2025-09-16T14:58:04.483" v="67"/>
        <pc:sldMkLst>
          <pc:docMk/>
          <pc:sldMk cId="567301849" sldId="2147376808"/>
        </pc:sldMkLst>
      </pc:sldChg>
      <pc:sldChg chg="addSp delSp modSp add mod">
        <pc:chgData name="Ashwani Mishra" userId="15d57bc9-d3a4-4ee8-885b-38ce2f0c857c" providerId="ADAL" clId="{F1F2A71A-3BD1-48EF-B31F-D0FC364401D0}" dt="2025-09-16T15:47:54.277" v="142" actId="20577"/>
        <pc:sldMkLst>
          <pc:docMk/>
          <pc:sldMk cId="587208613" sldId="2147376809"/>
        </pc:sldMkLst>
        <pc:spChg chg="mod">
          <ac:chgData name="Ashwani Mishra" userId="15d57bc9-d3a4-4ee8-885b-38ce2f0c857c" providerId="ADAL" clId="{F1F2A71A-3BD1-48EF-B31F-D0FC364401D0}" dt="2025-09-16T15:47:54.277" v="142" actId="20577"/>
          <ac:spMkLst>
            <pc:docMk/>
            <pc:sldMk cId="587208613" sldId="2147376809"/>
            <ac:spMk id="8" creationId="{43193EE3-6B02-F20A-3C05-8BCF3259C187}"/>
          </ac:spMkLst>
        </pc:spChg>
        <pc:picChg chg="add mod modCrop">
          <ac:chgData name="Ashwani Mishra" userId="15d57bc9-d3a4-4ee8-885b-38ce2f0c857c" providerId="ADAL" clId="{F1F2A71A-3BD1-48EF-B31F-D0FC364401D0}" dt="2025-09-16T15:46:37.204" v="115" actId="1076"/>
          <ac:picMkLst>
            <pc:docMk/>
            <pc:sldMk cId="587208613" sldId="2147376809"/>
            <ac:picMk id="9" creationId="{E152435B-4CB4-B6B9-1D33-38358566F00D}"/>
          </ac:picMkLst>
        </pc:picChg>
      </pc:sldChg>
    </pc:docChg>
  </pc:docChgLst>
  <pc:docChgLst>
    <pc:chgData name="Ashwani Mishra" userId="15d57bc9-d3a4-4ee8-885b-38ce2f0c857c" providerId="ADAL" clId="{A99058D6-49CE-454E-B0B8-33C35C735F30}"/>
    <pc:docChg chg="undo custSel addSld delSld modSld sldOrd modNotesMaster">
      <pc:chgData name="Ashwani Mishra" userId="15d57bc9-d3a4-4ee8-885b-38ce2f0c857c" providerId="ADAL" clId="{A99058D6-49CE-454E-B0B8-33C35C735F30}" dt="2024-07-11T05:51:39.731" v="298" actId="20577"/>
      <pc:docMkLst>
        <pc:docMk/>
      </pc:docMkLst>
      <pc:sldChg chg="modNotes">
        <pc:chgData name="Ashwani Mishra" userId="15d57bc9-d3a4-4ee8-885b-38ce2f0c857c" providerId="ADAL" clId="{A99058D6-49CE-454E-B0B8-33C35C735F30}" dt="2024-07-11T05:40:28.639" v="99"/>
        <pc:sldMkLst>
          <pc:docMk/>
          <pc:sldMk cId="2700264757" sldId="358"/>
        </pc:sldMkLst>
      </pc:sldChg>
      <pc:sldChg chg="modNotes">
        <pc:chgData name="Ashwani Mishra" userId="15d57bc9-d3a4-4ee8-885b-38ce2f0c857c" providerId="ADAL" clId="{A99058D6-49CE-454E-B0B8-33C35C735F30}" dt="2024-07-11T05:40:28.639" v="99"/>
        <pc:sldMkLst>
          <pc:docMk/>
          <pc:sldMk cId="4095797323" sldId="6031"/>
        </pc:sldMkLst>
      </pc:sldChg>
      <pc:sldChg chg="modNotes">
        <pc:chgData name="Ashwani Mishra" userId="15d57bc9-d3a4-4ee8-885b-38ce2f0c857c" providerId="ADAL" clId="{A99058D6-49CE-454E-B0B8-33C35C735F30}" dt="2024-07-11T05:40:28.639" v="99"/>
        <pc:sldMkLst>
          <pc:docMk/>
          <pc:sldMk cId="2960193944" sldId="6032"/>
        </pc:sldMkLst>
      </pc:sldChg>
      <pc:sldChg chg="modNotes">
        <pc:chgData name="Ashwani Mishra" userId="15d57bc9-d3a4-4ee8-885b-38ce2f0c857c" providerId="ADAL" clId="{A99058D6-49CE-454E-B0B8-33C35C735F30}" dt="2024-07-11T05:40:28.639" v="99"/>
        <pc:sldMkLst>
          <pc:docMk/>
          <pc:sldMk cId="3762988662" sldId="6033"/>
        </pc:sldMkLst>
      </pc:sldChg>
      <pc:sldChg chg="modSp mod">
        <pc:chgData name="Ashwani Mishra" userId="15d57bc9-d3a4-4ee8-885b-38ce2f0c857c" providerId="ADAL" clId="{A99058D6-49CE-454E-B0B8-33C35C735F30}" dt="2024-07-05T10:09:40.257" v="86"/>
        <pc:sldMkLst>
          <pc:docMk/>
          <pc:sldMk cId="2915413342" sldId="2145709040"/>
        </pc:sldMkLst>
      </pc:sldChg>
      <pc:sldChg chg="modSp mod">
        <pc:chgData name="Ashwani Mishra" userId="15d57bc9-d3a4-4ee8-885b-38ce2f0c857c" providerId="ADAL" clId="{A99058D6-49CE-454E-B0B8-33C35C735F30}" dt="2024-07-05T09:57:35.397" v="35"/>
        <pc:sldMkLst>
          <pc:docMk/>
          <pc:sldMk cId="2170024570" sldId="2145709043"/>
        </pc:sldMkLst>
      </pc:sldChg>
      <pc:sldChg chg="modSp mod">
        <pc:chgData name="Ashwani Mishra" userId="15d57bc9-d3a4-4ee8-885b-38ce2f0c857c" providerId="ADAL" clId="{A99058D6-49CE-454E-B0B8-33C35C735F30}" dt="2024-07-11T05:51:39.731" v="298" actId="20577"/>
        <pc:sldMkLst>
          <pc:docMk/>
          <pc:sldMk cId="3750506967" sldId="2145709048"/>
        </pc:sldMkLst>
      </pc:sldChg>
      <pc:sldChg chg="modSp mod">
        <pc:chgData name="Ashwani Mishra" userId="15d57bc9-d3a4-4ee8-885b-38ce2f0c857c" providerId="ADAL" clId="{A99058D6-49CE-454E-B0B8-33C35C735F30}" dt="2024-07-03T06:23:49.300" v="0" actId="13926"/>
        <pc:sldMkLst>
          <pc:docMk/>
          <pc:sldMk cId="1444399480" sldId="2145709053"/>
        </pc:sldMkLst>
      </pc:sldChg>
      <pc:sldChg chg="modSp mod">
        <pc:chgData name="Ashwani Mishra" userId="15d57bc9-d3a4-4ee8-885b-38ce2f0c857c" providerId="ADAL" clId="{A99058D6-49CE-454E-B0B8-33C35C735F30}" dt="2024-07-05T10:06:51.134" v="75" actId="20577"/>
        <pc:sldMkLst>
          <pc:docMk/>
          <pc:sldMk cId="730183974" sldId="2145709066"/>
        </pc:sldMkLst>
      </pc:sldChg>
      <pc:sldChg chg="modNotes">
        <pc:chgData name="Ashwani Mishra" userId="15d57bc9-d3a4-4ee8-885b-38ce2f0c857c" providerId="ADAL" clId="{A99058D6-49CE-454E-B0B8-33C35C735F30}" dt="2024-07-11T05:40:28.639" v="99"/>
        <pc:sldMkLst>
          <pc:docMk/>
          <pc:sldMk cId="2882579402" sldId="2145709222"/>
        </pc:sldMkLst>
      </pc:sldChg>
      <pc:sldChg chg="modNotes">
        <pc:chgData name="Ashwani Mishra" userId="15d57bc9-d3a4-4ee8-885b-38ce2f0c857c" providerId="ADAL" clId="{A99058D6-49CE-454E-B0B8-33C35C735F30}" dt="2024-07-11T05:40:28.639" v="99"/>
        <pc:sldMkLst>
          <pc:docMk/>
          <pc:sldMk cId="2993260989" sldId="2145709224"/>
        </pc:sldMkLst>
      </pc:sldChg>
      <pc:sldChg chg="modNotes">
        <pc:chgData name="Ashwani Mishra" userId="15d57bc9-d3a4-4ee8-885b-38ce2f0c857c" providerId="ADAL" clId="{A99058D6-49CE-454E-B0B8-33C35C735F30}" dt="2024-07-11T05:40:28.639" v="99"/>
        <pc:sldMkLst>
          <pc:docMk/>
          <pc:sldMk cId="3660305007" sldId="2145709229"/>
        </pc:sldMkLst>
      </pc:sldChg>
      <pc:sldChg chg="modNotes">
        <pc:chgData name="Ashwani Mishra" userId="15d57bc9-d3a4-4ee8-885b-38ce2f0c857c" providerId="ADAL" clId="{A99058D6-49CE-454E-B0B8-33C35C735F30}" dt="2024-07-11T05:40:28.639" v="99"/>
        <pc:sldMkLst>
          <pc:docMk/>
          <pc:sldMk cId="1650825569" sldId="2145709230"/>
        </pc:sldMkLst>
      </pc:sldChg>
      <pc:sldChg chg="modNotes">
        <pc:chgData name="Ashwani Mishra" userId="15d57bc9-d3a4-4ee8-885b-38ce2f0c857c" providerId="ADAL" clId="{A99058D6-49CE-454E-B0B8-33C35C735F30}" dt="2024-07-11T05:40:28.639" v="99"/>
        <pc:sldMkLst>
          <pc:docMk/>
          <pc:sldMk cId="2106846554" sldId="2145709232"/>
        </pc:sldMkLst>
      </pc:sldChg>
      <pc:sldChg chg="modNotes">
        <pc:chgData name="Ashwani Mishra" userId="15d57bc9-d3a4-4ee8-885b-38ce2f0c857c" providerId="ADAL" clId="{A99058D6-49CE-454E-B0B8-33C35C735F30}" dt="2024-07-11T05:40:28.639" v="99"/>
        <pc:sldMkLst>
          <pc:docMk/>
          <pc:sldMk cId="2912954689" sldId="2145709236"/>
        </pc:sldMkLst>
      </pc:sldChg>
      <pc:sldChg chg="modNotes">
        <pc:chgData name="Ashwani Mishra" userId="15d57bc9-d3a4-4ee8-885b-38ce2f0c857c" providerId="ADAL" clId="{A99058D6-49CE-454E-B0B8-33C35C735F30}" dt="2024-07-11T05:40:28.639" v="99"/>
        <pc:sldMkLst>
          <pc:docMk/>
          <pc:sldMk cId="3951430112" sldId="2145709237"/>
        </pc:sldMkLst>
      </pc:sldChg>
      <pc:sldChg chg="modNotes">
        <pc:chgData name="Ashwani Mishra" userId="15d57bc9-d3a4-4ee8-885b-38ce2f0c857c" providerId="ADAL" clId="{A99058D6-49CE-454E-B0B8-33C35C735F30}" dt="2024-07-11T05:40:28.639" v="99"/>
        <pc:sldMkLst>
          <pc:docMk/>
          <pc:sldMk cId="3197901299" sldId="2145709238"/>
        </pc:sldMkLst>
      </pc:sldChg>
      <pc:sldChg chg="modNotes">
        <pc:chgData name="Ashwani Mishra" userId="15d57bc9-d3a4-4ee8-885b-38ce2f0c857c" providerId="ADAL" clId="{A99058D6-49CE-454E-B0B8-33C35C735F30}" dt="2024-07-11T05:40:28.639" v="99"/>
        <pc:sldMkLst>
          <pc:docMk/>
          <pc:sldMk cId="1896298845" sldId="2147376142"/>
        </pc:sldMkLst>
      </pc:sldChg>
      <pc:sldChg chg="modNotes">
        <pc:chgData name="Ashwani Mishra" userId="15d57bc9-d3a4-4ee8-885b-38ce2f0c857c" providerId="ADAL" clId="{A99058D6-49CE-454E-B0B8-33C35C735F30}" dt="2024-07-11T05:40:28.639" v="99"/>
        <pc:sldMkLst>
          <pc:docMk/>
          <pc:sldMk cId="1949651568" sldId="2147376143"/>
        </pc:sldMkLst>
      </pc:sldChg>
      <pc:sldChg chg="ord">
        <pc:chgData name="Ashwani Mishra" userId="15d57bc9-d3a4-4ee8-885b-38ce2f0c857c" providerId="ADAL" clId="{A99058D6-49CE-454E-B0B8-33C35C735F30}" dt="2024-07-11T05:38:28.790" v="92" actId="20578"/>
        <pc:sldMkLst>
          <pc:docMk/>
          <pc:sldMk cId="1563699850" sldId="2147376144"/>
        </pc:sldMkLst>
      </pc:sldChg>
      <pc:sldChg chg="modNotes">
        <pc:chgData name="Ashwani Mishra" userId="15d57bc9-d3a4-4ee8-885b-38ce2f0c857c" providerId="ADAL" clId="{A99058D6-49CE-454E-B0B8-33C35C735F30}" dt="2024-07-11T05:40:28.639" v="99"/>
        <pc:sldMkLst>
          <pc:docMk/>
          <pc:sldMk cId="2347247811" sldId="2147376146"/>
        </pc:sldMkLst>
      </pc:sldChg>
      <pc:sldChg chg="modSp mod">
        <pc:chgData name="Ashwani Mishra" userId="15d57bc9-d3a4-4ee8-885b-38ce2f0c857c" providerId="ADAL" clId="{A99058D6-49CE-454E-B0B8-33C35C735F30}" dt="2024-07-05T09:49:58.870" v="13" actId="20577"/>
        <pc:sldMkLst>
          <pc:docMk/>
          <pc:sldMk cId="1500137299" sldId="2147376156"/>
        </pc:sldMkLst>
      </pc:sldChg>
      <pc:sldChg chg="addSp delSp modSp add del mod">
        <pc:chgData name="Ashwani Mishra" userId="15d57bc9-d3a4-4ee8-885b-38ce2f0c857c" providerId="ADAL" clId="{A99058D6-49CE-454E-B0B8-33C35C735F30}" dt="2024-07-11T05:38:36.294" v="93" actId="2696"/>
        <pc:sldMkLst>
          <pc:docMk/>
          <pc:sldMk cId="2551892714" sldId="2147376470"/>
        </pc:sldMkLst>
      </pc:sldChg>
      <pc:sldChg chg="add ord">
        <pc:chgData name="Ashwani Mishra" userId="15d57bc9-d3a4-4ee8-885b-38ce2f0c857c" providerId="ADAL" clId="{A99058D6-49CE-454E-B0B8-33C35C735F30}" dt="2024-07-11T05:39:56.442" v="98"/>
        <pc:sldMkLst>
          <pc:docMk/>
          <pc:sldMk cId="3608601964" sldId="2147376470"/>
        </pc:sldMkLst>
      </pc:sldChg>
    </pc:docChg>
  </pc:docChgLst>
  <pc:docChgLst>
    <pc:chgData name="Vasant K Tiwari" userId="94ab7f94-4dc6-474c-9a49-34f940ad4691" providerId="ADAL" clId="{BD0FAEC8-E06F-4A35-A9C0-BB869ACF0BC5}"/>
    <pc:docChg chg="undo redo custSel addSld delSld modSld sldOrd">
      <pc:chgData name="Vasant K Tiwari" userId="94ab7f94-4dc6-474c-9a49-34f940ad4691" providerId="ADAL" clId="{BD0FAEC8-E06F-4A35-A9C0-BB869ACF0BC5}" dt="2024-07-11T06:00:33.339" v="48"/>
      <pc:docMkLst>
        <pc:docMk/>
      </pc:docMkLst>
      <pc:sldChg chg="del">
        <pc:chgData name="Vasant K Tiwari" userId="94ab7f94-4dc6-474c-9a49-34f940ad4691" providerId="ADAL" clId="{BD0FAEC8-E06F-4A35-A9C0-BB869ACF0BC5}" dt="2024-07-11T05:59:02.053" v="36" actId="2696"/>
        <pc:sldMkLst>
          <pc:docMk/>
          <pc:sldMk cId="2728016096" sldId="268"/>
        </pc:sldMkLst>
      </pc:sldChg>
      <pc:sldChg chg="add">
        <pc:chgData name="Vasant K Tiwari" userId="94ab7f94-4dc6-474c-9a49-34f940ad4691" providerId="ADAL" clId="{BD0FAEC8-E06F-4A35-A9C0-BB869ACF0BC5}" dt="2024-07-11T05:59:06.900" v="37"/>
        <pc:sldMkLst>
          <pc:docMk/>
          <pc:sldMk cId="2890597551" sldId="268"/>
        </pc:sldMkLst>
      </pc:sldChg>
      <pc:sldChg chg="add">
        <pc:chgData name="Vasant K Tiwari" userId="94ab7f94-4dc6-474c-9a49-34f940ad4691" providerId="ADAL" clId="{BD0FAEC8-E06F-4A35-A9C0-BB869ACF0BC5}" dt="2024-07-11T05:59:06.900" v="37"/>
        <pc:sldMkLst>
          <pc:docMk/>
          <pc:sldMk cId="1788746267" sldId="269"/>
        </pc:sldMkLst>
      </pc:sldChg>
      <pc:sldChg chg="del">
        <pc:chgData name="Vasant K Tiwari" userId="94ab7f94-4dc6-474c-9a49-34f940ad4691" providerId="ADAL" clId="{BD0FAEC8-E06F-4A35-A9C0-BB869ACF0BC5}" dt="2024-07-11T05:59:02.053" v="36" actId="2696"/>
        <pc:sldMkLst>
          <pc:docMk/>
          <pc:sldMk cId="3278565311" sldId="269"/>
        </pc:sldMkLst>
      </pc:sldChg>
      <pc:sldChg chg="add">
        <pc:chgData name="Vasant K Tiwari" userId="94ab7f94-4dc6-474c-9a49-34f940ad4691" providerId="ADAL" clId="{BD0FAEC8-E06F-4A35-A9C0-BB869ACF0BC5}" dt="2024-07-11T05:59:48.794" v="44"/>
        <pc:sldMkLst>
          <pc:docMk/>
          <pc:sldMk cId="206005507" sldId="2145709043"/>
        </pc:sldMkLst>
      </pc:sldChg>
      <pc:sldChg chg="del">
        <pc:chgData name="Vasant K Tiwari" userId="94ab7f94-4dc6-474c-9a49-34f940ad4691" providerId="ADAL" clId="{BD0FAEC8-E06F-4A35-A9C0-BB869ACF0BC5}" dt="2024-07-11T05:59:45.169" v="43" actId="2696"/>
        <pc:sldMkLst>
          <pc:docMk/>
          <pc:sldMk cId="2170024570" sldId="2145709043"/>
        </pc:sldMkLst>
      </pc:sldChg>
      <pc:sldChg chg="del">
        <pc:chgData name="Vasant K Tiwari" userId="94ab7f94-4dc6-474c-9a49-34f940ad4691" providerId="ADAL" clId="{BD0FAEC8-E06F-4A35-A9C0-BB869ACF0BC5}" dt="2024-07-11T05:49:23.384" v="29" actId="2696"/>
        <pc:sldMkLst>
          <pc:docMk/>
          <pc:sldMk cId="3750506967" sldId="2145709048"/>
        </pc:sldMkLst>
      </pc:sldChg>
      <pc:sldChg chg="add">
        <pc:chgData name="Vasant K Tiwari" userId="94ab7f94-4dc6-474c-9a49-34f940ad4691" providerId="ADAL" clId="{BD0FAEC8-E06F-4A35-A9C0-BB869ACF0BC5}" dt="2024-07-11T05:49:28.793" v="30"/>
        <pc:sldMkLst>
          <pc:docMk/>
          <pc:sldMk cId="4033474657" sldId="2145709048"/>
        </pc:sldMkLst>
      </pc:sldChg>
      <pc:sldChg chg="del">
        <pc:chgData name="Vasant K Tiwari" userId="94ab7f94-4dc6-474c-9a49-34f940ad4691" providerId="ADAL" clId="{BD0FAEC8-E06F-4A35-A9C0-BB869ACF0BC5}" dt="2024-07-11T05:47:45.162" v="23" actId="2696"/>
        <pc:sldMkLst>
          <pc:docMk/>
          <pc:sldMk cId="1444399480" sldId="2145709053"/>
        </pc:sldMkLst>
      </pc:sldChg>
      <pc:sldChg chg="add">
        <pc:chgData name="Vasant K Tiwari" userId="94ab7f94-4dc6-474c-9a49-34f940ad4691" providerId="ADAL" clId="{BD0FAEC8-E06F-4A35-A9C0-BB869ACF0BC5}" dt="2024-07-11T05:47:51.185" v="24"/>
        <pc:sldMkLst>
          <pc:docMk/>
          <pc:sldMk cId="4283047361" sldId="2145709053"/>
        </pc:sldMkLst>
      </pc:sldChg>
      <pc:sldChg chg="ord">
        <pc:chgData name="Vasant K Tiwari" userId="94ab7f94-4dc6-474c-9a49-34f940ad4691" providerId="ADAL" clId="{BD0FAEC8-E06F-4A35-A9C0-BB869ACF0BC5}" dt="2024-07-11T05:49:13.499" v="28"/>
        <pc:sldMkLst>
          <pc:docMk/>
          <pc:sldMk cId="1940949243" sldId="2145709065"/>
        </pc:sldMkLst>
      </pc:sldChg>
      <pc:sldChg chg="ord">
        <pc:chgData name="Vasant K Tiwari" userId="94ab7f94-4dc6-474c-9a49-34f940ad4691" providerId="ADAL" clId="{BD0FAEC8-E06F-4A35-A9C0-BB869ACF0BC5}" dt="2024-07-11T06:00:23.899" v="46"/>
        <pc:sldMkLst>
          <pc:docMk/>
          <pc:sldMk cId="4008787351" sldId="2145709068"/>
        </pc:sldMkLst>
      </pc:sldChg>
      <pc:sldChg chg="add">
        <pc:chgData name="Vasant K Tiwari" userId="94ab7f94-4dc6-474c-9a49-34f940ad4691" providerId="ADAL" clId="{BD0FAEC8-E06F-4A35-A9C0-BB869ACF0BC5}" dt="2024-07-11T05:59:48.794" v="44"/>
        <pc:sldMkLst>
          <pc:docMk/>
          <pc:sldMk cId="545096286" sldId="2145709171"/>
        </pc:sldMkLst>
      </pc:sldChg>
      <pc:sldChg chg="del">
        <pc:chgData name="Vasant K Tiwari" userId="94ab7f94-4dc6-474c-9a49-34f940ad4691" providerId="ADAL" clId="{BD0FAEC8-E06F-4A35-A9C0-BB869ACF0BC5}" dt="2024-07-11T05:59:45.169" v="43" actId="2696"/>
        <pc:sldMkLst>
          <pc:docMk/>
          <pc:sldMk cId="2222909355" sldId="2145709171"/>
        </pc:sldMkLst>
      </pc:sldChg>
      <pc:sldChg chg="del">
        <pc:chgData name="Vasant K Tiwari" userId="94ab7f94-4dc6-474c-9a49-34f940ad4691" providerId="ADAL" clId="{BD0FAEC8-E06F-4A35-A9C0-BB869ACF0BC5}" dt="2024-07-11T05:51:12.763" v="34" actId="2696"/>
        <pc:sldMkLst>
          <pc:docMk/>
          <pc:sldMk cId="144039402" sldId="2145709215"/>
        </pc:sldMkLst>
      </pc:sldChg>
      <pc:sldChg chg="add">
        <pc:chgData name="Vasant K Tiwari" userId="94ab7f94-4dc6-474c-9a49-34f940ad4691" providerId="ADAL" clId="{BD0FAEC8-E06F-4A35-A9C0-BB869ACF0BC5}" dt="2024-07-11T05:51:17.519" v="35"/>
        <pc:sldMkLst>
          <pc:docMk/>
          <pc:sldMk cId="2719157650" sldId="2145709215"/>
        </pc:sldMkLst>
      </pc:sldChg>
      <pc:sldChg chg="ord">
        <pc:chgData name="Vasant K Tiwari" userId="94ab7f94-4dc6-474c-9a49-34f940ad4691" providerId="ADAL" clId="{BD0FAEC8-E06F-4A35-A9C0-BB869ACF0BC5}" dt="2024-07-11T05:45:48.045" v="22" actId="20578"/>
        <pc:sldMkLst>
          <pc:docMk/>
          <pc:sldMk cId="3800592211" sldId="2145709219"/>
        </pc:sldMkLst>
      </pc:sldChg>
      <pc:sldChg chg="ord">
        <pc:chgData name="Vasant K Tiwari" userId="94ab7f94-4dc6-474c-9a49-34f940ad4691" providerId="ADAL" clId="{BD0FAEC8-E06F-4A35-A9C0-BB869ACF0BC5}" dt="2024-07-11T05:45:17.857" v="16"/>
        <pc:sldMkLst>
          <pc:docMk/>
          <pc:sldMk cId="1805333659" sldId="2145709231"/>
        </pc:sldMkLst>
      </pc:sldChg>
      <pc:sldChg chg="ord">
        <pc:chgData name="Vasant K Tiwari" userId="94ab7f94-4dc6-474c-9a49-34f940ad4691" providerId="ADAL" clId="{BD0FAEC8-E06F-4A35-A9C0-BB869ACF0BC5}" dt="2024-07-11T05:45:11.190" v="14"/>
        <pc:sldMkLst>
          <pc:docMk/>
          <pc:sldMk cId="2222670766" sldId="2145709234"/>
        </pc:sldMkLst>
      </pc:sldChg>
      <pc:sldChg chg="ord">
        <pc:chgData name="Vasant K Tiwari" userId="94ab7f94-4dc6-474c-9a49-34f940ad4691" providerId="ADAL" clId="{BD0FAEC8-E06F-4A35-A9C0-BB869ACF0BC5}" dt="2024-07-11T05:45:11.190" v="14"/>
        <pc:sldMkLst>
          <pc:docMk/>
          <pc:sldMk cId="3048719488" sldId="2145709235"/>
        </pc:sldMkLst>
      </pc:sldChg>
      <pc:sldChg chg="ord">
        <pc:chgData name="Vasant K Tiwari" userId="94ab7f94-4dc6-474c-9a49-34f940ad4691" providerId="ADAL" clId="{BD0FAEC8-E06F-4A35-A9C0-BB869ACF0BC5}" dt="2024-07-11T06:00:33.339" v="48"/>
        <pc:sldMkLst>
          <pc:docMk/>
          <pc:sldMk cId="3709877784" sldId="2147376147"/>
        </pc:sldMkLst>
      </pc:sldChg>
      <pc:sldChg chg="delSp modSp mod">
        <pc:chgData name="Vasant K Tiwari" userId="94ab7f94-4dc6-474c-9a49-34f940ad4691" providerId="ADAL" clId="{BD0FAEC8-E06F-4A35-A9C0-BB869ACF0BC5}" dt="2024-07-11T05:59:28.393" v="42" actId="14100"/>
        <pc:sldMkLst>
          <pc:docMk/>
          <pc:sldMk cId="1500137299" sldId="2147376156"/>
        </pc:sldMkLst>
      </pc:sldChg>
      <pc:sldChg chg="ord">
        <pc:chgData name="Vasant K Tiwari" userId="94ab7f94-4dc6-474c-9a49-34f940ad4691" providerId="ADAL" clId="{BD0FAEC8-E06F-4A35-A9C0-BB869ACF0BC5}" dt="2024-07-11T05:48:07.847" v="26"/>
        <pc:sldMkLst>
          <pc:docMk/>
          <pc:sldMk cId="802019646" sldId="2147376161"/>
        </pc:sldMkLst>
      </pc:sldChg>
      <pc:sldChg chg="ord">
        <pc:chgData name="Vasant K Tiwari" userId="94ab7f94-4dc6-474c-9a49-34f940ad4691" providerId="ADAL" clId="{BD0FAEC8-E06F-4A35-A9C0-BB869ACF0BC5}" dt="2024-07-11T05:45:30.437" v="18"/>
        <pc:sldMkLst>
          <pc:docMk/>
          <pc:sldMk cId="3425562321" sldId="2147376162"/>
        </pc:sldMkLst>
      </pc:sldChg>
      <pc:sldChg chg="modSp mod">
        <pc:chgData name="Vasant K Tiwari" userId="94ab7f94-4dc6-474c-9a49-34f940ad4691" providerId="ADAL" clId="{BD0FAEC8-E06F-4A35-A9C0-BB869ACF0BC5}" dt="2024-07-11T05:44:59.505" v="12" actId="20577"/>
        <pc:sldMkLst>
          <pc:docMk/>
          <pc:sldMk cId="3608601964" sldId="2147376470"/>
        </pc:sldMkLst>
      </pc:sldChg>
      <pc:sldChg chg="add">
        <pc:chgData name="Vasant K Tiwari" userId="94ab7f94-4dc6-474c-9a49-34f940ad4691" providerId="ADAL" clId="{BD0FAEC8-E06F-4A35-A9C0-BB869ACF0BC5}" dt="2024-07-11T05:59:19.931" v="40"/>
        <pc:sldMkLst>
          <pc:docMk/>
          <pc:sldMk cId="1411544291" sldId="2147376471"/>
        </pc:sldMkLst>
      </pc:sldChg>
      <pc:sldChg chg="add del">
        <pc:chgData name="Vasant K Tiwari" userId="94ab7f94-4dc6-474c-9a49-34f940ad4691" providerId="ADAL" clId="{BD0FAEC8-E06F-4A35-A9C0-BB869ACF0BC5}" dt="2024-07-11T05:59:16.540" v="39" actId="2696"/>
        <pc:sldMkLst>
          <pc:docMk/>
          <pc:sldMk cId="2894641361" sldId="2147376471"/>
        </pc:sldMkLst>
      </pc:sldChg>
    </pc:docChg>
  </pc:docChgLst>
  <pc:docChgLst>
    <pc:chgData name="Vasant K Tiwari" userId="94ab7f94-4dc6-474c-9a49-34f940ad4691" providerId="ADAL" clId="{489CBA77-83AA-413F-A2B1-E7FE9A13B7EF}"/>
    <pc:docChg chg="modSld">
      <pc:chgData name="Vasant K Tiwari" userId="94ab7f94-4dc6-474c-9a49-34f940ad4691" providerId="ADAL" clId="{489CBA77-83AA-413F-A2B1-E7FE9A13B7EF}" dt="2024-06-26T06:50:30.102" v="2" actId="13926"/>
      <pc:docMkLst>
        <pc:docMk/>
      </pc:docMkLst>
      <pc:sldChg chg="modSp mod">
        <pc:chgData name="Vasant K Tiwari" userId="94ab7f94-4dc6-474c-9a49-34f940ad4691" providerId="ADAL" clId="{489CBA77-83AA-413F-A2B1-E7FE9A13B7EF}" dt="2024-06-26T06:50:30.102" v="2" actId="13926"/>
        <pc:sldMkLst>
          <pc:docMk/>
          <pc:sldMk cId="1444399480" sldId="2145709053"/>
        </pc:sldMkLst>
      </pc:sldChg>
    </pc:docChg>
  </pc:docChgLst>
  <pc:docChgLst>
    <pc:chgData name="Ashwani Mishra" userId="15d57bc9-d3a4-4ee8-885b-38ce2f0c857c" providerId="ADAL" clId="{B0EAADFA-DB5D-4602-A8C4-8C7DEF2E2578}"/>
    <pc:docChg chg="modSld">
      <pc:chgData name="Ashwani Mishra" userId="15d57bc9-d3a4-4ee8-885b-38ce2f0c857c" providerId="ADAL" clId="{B0EAADFA-DB5D-4602-A8C4-8C7DEF2E2578}" dt="2024-09-03T04:55:54.865" v="10"/>
      <pc:docMkLst>
        <pc:docMk/>
      </pc:docMkLst>
      <pc:sldChg chg="modSp mod">
        <pc:chgData name="Ashwani Mishra" userId="15d57bc9-d3a4-4ee8-885b-38ce2f0c857c" providerId="ADAL" clId="{B0EAADFA-DB5D-4602-A8C4-8C7DEF2E2578}" dt="2024-09-03T04:55:54.865" v="10"/>
        <pc:sldMkLst>
          <pc:docMk/>
          <pc:sldMk cId="2915413342" sldId="2145709040"/>
        </pc:sldMkLst>
      </pc:sldChg>
    </pc:docChg>
  </pc:docChgLst>
  <pc:docChgLst>
    <pc:chgData name="Ashwani Mishra" userId="15d57bc9-d3a4-4ee8-885b-38ce2f0c857c" providerId="ADAL" clId="{80964771-805F-4F90-A91F-E4BEB039E69C}"/>
    <pc:docChg chg="addSld modSld">
      <pc:chgData name="Ashwani Mishra" userId="15d57bc9-d3a4-4ee8-885b-38ce2f0c857c" providerId="ADAL" clId="{80964771-805F-4F90-A91F-E4BEB039E69C}" dt="2025-05-24T05:08:23.664" v="31"/>
      <pc:docMkLst>
        <pc:docMk/>
      </pc:docMkLst>
      <pc:sldChg chg="add">
        <pc:chgData name="Ashwani Mishra" userId="15d57bc9-d3a4-4ee8-885b-38ce2f0c857c" providerId="ADAL" clId="{80964771-805F-4F90-A91F-E4BEB039E69C}" dt="2025-05-24T05:05:20.907" v="29"/>
        <pc:sldMkLst>
          <pc:docMk/>
          <pc:sldMk cId="1940949243" sldId="2145709065"/>
        </pc:sldMkLst>
      </pc:sldChg>
      <pc:sldChg chg="modSp mod">
        <pc:chgData name="Ashwani Mishra" userId="15d57bc9-d3a4-4ee8-885b-38ce2f0c857c" providerId="ADAL" clId="{80964771-805F-4F90-A91F-E4BEB039E69C}" dt="2025-05-24T04:44:47.662" v="4"/>
        <pc:sldMkLst>
          <pc:docMk/>
          <pc:sldMk cId="1500137299" sldId="2147376156"/>
        </pc:sldMkLst>
      </pc:sldChg>
      <pc:sldChg chg="modSp mod">
        <pc:chgData name="Ashwani Mishra" userId="15d57bc9-d3a4-4ee8-885b-38ce2f0c857c" providerId="ADAL" clId="{80964771-805F-4F90-A91F-E4BEB039E69C}" dt="2025-05-24T04:50:32.911" v="28" actId="14100"/>
        <pc:sldMkLst>
          <pc:docMk/>
          <pc:sldMk cId="3576340285" sldId="2147376479"/>
        </pc:sldMkLst>
      </pc:sldChg>
      <pc:sldChg chg="add">
        <pc:chgData name="Ashwani Mishra" userId="15d57bc9-d3a4-4ee8-885b-38ce2f0c857c" providerId="ADAL" clId="{80964771-805F-4F90-A91F-E4BEB039E69C}" dt="2025-05-24T05:07:55.852" v="30"/>
        <pc:sldMkLst>
          <pc:docMk/>
          <pc:sldMk cId="1035693169" sldId="2147376613"/>
        </pc:sldMkLst>
      </pc:sldChg>
      <pc:sldChg chg="add">
        <pc:chgData name="Ashwani Mishra" userId="15d57bc9-d3a4-4ee8-885b-38ce2f0c857c" providerId="ADAL" clId="{80964771-805F-4F90-A91F-E4BEB039E69C}" dt="2025-05-24T05:07:55.852" v="30"/>
        <pc:sldMkLst>
          <pc:docMk/>
          <pc:sldMk cId="402419678" sldId="2147376614"/>
        </pc:sldMkLst>
      </pc:sldChg>
      <pc:sldChg chg="modSp mod">
        <pc:chgData name="Ashwani Mishra" userId="15d57bc9-d3a4-4ee8-885b-38ce2f0c857c" providerId="ADAL" clId="{80964771-805F-4F90-A91F-E4BEB039E69C}" dt="2025-05-24T04:42:49.599" v="1" actId="20577"/>
        <pc:sldMkLst>
          <pc:docMk/>
          <pc:sldMk cId="3697540684" sldId="2147376697"/>
        </pc:sldMkLst>
      </pc:sldChg>
      <pc:sldChg chg="add">
        <pc:chgData name="Ashwani Mishra" userId="15d57bc9-d3a4-4ee8-885b-38ce2f0c857c" providerId="ADAL" clId="{80964771-805F-4F90-A91F-E4BEB039E69C}" dt="2025-05-24T05:05:20.907" v="29"/>
        <pc:sldMkLst>
          <pc:docMk/>
          <pc:sldMk cId="4076976967" sldId="2147376719"/>
        </pc:sldMkLst>
      </pc:sldChg>
      <pc:sldChg chg="add">
        <pc:chgData name="Ashwani Mishra" userId="15d57bc9-d3a4-4ee8-885b-38ce2f0c857c" providerId="ADAL" clId="{80964771-805F-4F90-A91F-E4BEB039E69C}" dt="2025-05-24T05:07:55.852" v="30"/>
        <pc:sldMkLst>
          <pc:docMk/>
          <pc:sldMk cId="1486431657" sldId="2147376720"/>
        </pc:sldMkLst>
      </pc:sldChg>
      <pc:sldChg chg="add">
        <pc:chgData name="Ashwani Mishra" userId="15d57bc9-d3a4-4ee8-885b-38ce2f0c857c" providerId="ADAL" clId="{80964771-805F-4F90-A91F-E4BEB039E69C}" dt="2025-05-24T05:08:23.664" v="31"/>
        <pc:sldMkLst>
          <pc:docMk/>
          <pc:sldMk cId="2124297709" sldId="214737672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D0CCAF-7861-46C4-B507-7C99D27FD136}"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IN"/>
        </a:p>
      </dgm:t>
    </dgm:pt>
    <dgm:pt modelId="{22062808-8E4D-4006-8679-51EF0FFA3E9F}">
      <dgm:prSet phldrT="[Text]" custT="1"/>
      <dgm:spPr/>
      <dgm:t>
        <a:bodyPr/>
        <a:lstStyle/>
        <a:p>
          <a:r>
            <a:rPr lang="en-IN" sz="2400" b="1"/>
            <a:t>1. Execution</a:t>
          </a:r>
        </a:p>
      </dgm:t>
    </dgm:pt>
    <dgm:pt modelId="{D765265D-8F80-406C-B81D-2C4639FBE499}" type="parTrans" cxnId="{AD8A1595-3A41-436B-BC6A-70C235C39ACB}">
      <dgm:prSet/>
      <dgm:spPr/>
      <dgm:t>
        <a:bodyPr/>
        <a:lstStyle/>
        <a:p>
          <a:endParaRPr lang="en-IN" sz="1800"/>
        </a:p>
      </dgm:t>
    </dgm:pt>
    <dgm:pt modelId="{02D8E8F5-D8F6-4A7A-BB7B-9770E0CC63F4}" type="sibTrans" cxnId="{AD8A1595-3A41-436B-BC6A-70C235C39ACB}">
      <dgm:prSet/>
      <dgm:spPr/>
      <dgm:t>
        <a:bodyPr/>
        <a:lstStyle/>
        <a:p>
          <a:endParaRPr lang="en-IN" sz="1800"/>
        </a:p>
      </dgm:t>
    </dgm:pt>
    <dgm:pt modelId="{4887B29E-8F87-492F-8989-E02A3E3F1635}">
      <dgm:prSet phldrT="[Text]" custT="1"/>
      <dgm:spPr/>
      <dgm:t>
        <a:bodyPr/>
        <a:lstStyle/>
        <a:p>
          <a:r>
            <a:rPr lang="en-IN" sz="2000" b="1"/>
            <a:t>Jal Rekha</a:t>
          </a:r>
        </a:p>
      </dgm:t>
    </dgm:pt>
    <dgm:pt modelId="{B5545F4E-FDC4-43E7-90A4-B91170B80F00}" type="parTrans" cxnId="{B0A87981-80D1-452D-B0B7-AB6A0FBDC678}">
      <dgm:prSet/>
      <dgm:spPr/>
      <dgm:t>
        <a:bodyPr/>
        <a:lstStyle/>
        <a:p>
          <a:endParaRPr lang="en-IN" sz="1800"/>
        </a:p>
      </dgm:t>
    </dgm:pt>
    <dgm:pt modelId="{7F117703-B181-45C9-A00C-995D7D421F56}" type="sibTrans" cxnId="{B0A87981-80D1-452D-B0B7-AB6A0FBDC678}">
      <dgm:prSet/>
      <dgm:spPr/>
      <dgm:t>
        <a:bodyPr/>
        <a:lstStyle/>
        <a:p>
          <a:endParaRPr lang="en-IN" sz="1800"/>
        </a:p>
      </dgm:t>
    </dgm:pt>
    <dgm:pt modelId="{48762013-172F-4BCF-9D29-A7FB498C7B7B}">
      <dgm:prSet phldrT="[Text]" custT="1"/>
      <dgm:spPr/>
      <dgm:t>
        <a:bodyPr/>
        <a:lstStyle/>
        <a:p>
          <a:r>
            <a:rPr lang="en-IN" sz="2000" dirty="0"/>
            <a:t>Asset Mapping (</a:t>
          </a:r>
          <a:r>
            <a:rPr lang="en-IN" sz="1600" dirty="0"/>
            <a:t>OHTs, Intake etc</a:t>
          </a:r>
          <a:r>
            <a:rPr lang="en-IN" sz="2000" dirty="0"/>
            <a:t>)</a:t>
          </a:r>
        </a:p>
      </dgm:t>
    </dgm:pt>
    <dgm:pt modelId="{D59C2FF1-B377-4E88-AF5B-3FFFF1E9F7F2}" type="parTrans" cxnId="{BC477B01-C9DC-4A84-B32C-37646C5D71B7}">
      <dgm:prSet/>
      <dgm:spPr/>
      <dgm:t>
        <a:bodyPr/>
        <a:lstStyle/>
        <a:p>
          <a:endParaRPr lang="en-IN" sz="1800"/>
        </a:p>
      </dgm:t>
    </dgm:pt>
    <dgm:pt modelId="{7D573EBC-523A-48C5-81FE-7230629E4496}" type="sibTrans" cxnId="{BC477B01-C9DC-4A84-B32C-37646C5D71B7}">
      <dgm:prSet/>
      <dgm:spPr/>
      <dgm:t>
        <a:bodyPr/>
        <a:lstStyle/>
        <a:p>
          <a:endParaRPr lang="en-IN" sz="1800"/>
        </a:p>
      </dgm:t>
    </dgm:pt>
    <dgm:pt modelId="{58300302-8125-4723-BAB6-2899192DA0CB}">
      <dgm:prSet phldrT="[Text]" custT="1"/>
      <dgm:spPr/>
      <dgm:t>
        <a:bodyPr/>
        <a:lstStyle/>
        <a:p>
          <a:r>
            <a:rPr lang="en-IN" sz="2400" b="1"/>
            <a:t>2. O&amp;M</a:t>
          </a:r>
        </a:p>
      </dgm:t>
    </dgm:pt>
    <dgm:pt modelId="{C94987CC-79EF-47E3-BEE8-E76CC5EB8F13}" type="parTrans" cxnId="{8BF1547C-7B93-4DA6-B1A0-747C0906025C}">
      <dgm:prSet/>
      <dgm:spPr/>
      <dgm:t>
        <a:bodyPr/>
        <a:lstStyle/>
        <a:p>
          <a:endParaRPr lang="en-IN" sz="1800"/>
        </a:p>
      </dgm:t>
    </dgm:pt>
    <dgm:pt modelId="{67393997-F2D1-401B-A70C-DB47915023AD}" type="sibTrans" cxnId="{8BF1547C-7B93-4DA6-B1A0-747C0906025C}">
      <dgm:prSet/>
      <dgm:spPr/>
      <dgm:t>
        <a:bodyPr/>
        <a:lstStyle/>
        <a:p>
          <a:endParaRPr lang="en-IN" sz="1800"/>
        </a:p>
      </dgm:t>
    </dgm:pt>
    <dgm:pt modelId="{44065A1D-7E7A-4855-B557-4929DF8B9034}">
      <dgm:prSet phldrT="[Text]" custT="1"/>
      <dgm:spPr/>
      <dgm:t>
        <a:bodyPr/>
        <a:lstStyle/>
        <a:p>
          <a:r>
            <a:rPr lang="en-IN" sz="2000" kern="1200" dirty="0"/>
            <a:t>Dhara (</a:t>
          </a:r>
          <a:r>
            <a:rPr lang="en-IN" sz="1600" kern="1200" dirty="0"/>
            <a:t>Water Quantity</a:t>
          </a:r>
          <a:r>
            <a:rPr lang="en-IN" sz="2000" kern="1200" dirty="0"/>
            <a:t>)</a:t>
          </a:r>
        </a:p>
      </dgm:t>
    </dgm:pt>
    <dgm:pt modelId="{9F37F2AE-0B97-4548-9111-DC475B542030}" type="parTrans" cxnId="{A1B7520F-0F6A-4F75-9B61-4AD49240C60B}">
      <dgm:prSet/>
      <dgm:spPr/>
      <dgm:t>
        <a:bodyPr/>
        <a:lstStyle/>
        <a:p>
          <a:endParaRPr lang="en-IN" sz="1800"/>
        </a:p>
      </dgm:t>
    </dgm:pt>
    <dgm:pt modelId="{F610CEAE-8FDB-4411-B092-EC71237A9A46}" type="sibTrans" cxnId="{A1B7520F-0F6A-4F75-9B61-4AD49240C60B}">
      <dgm:prSet/>
      <dgm:spPr/>
      <dgm:t>
        <a:bodyPr/>
        <a:lstStyle/>
        <a:p>
          <a:endParaRPr lang="en-IN" sz="1800"/>
        </a:p>
      </dgm:t>
    </dgm:pt>
    <dgm:pt modelId="{6607AAAE-51CE-4BB3-9AFE-414B54E5B36A}">
      <dgm:prSet phldrT="[Text]" custT="1"/>
      <dgm:spPr/>
      <dgm:t>
        <a:bodyPr/>
        <a:lstStyle/>
        <a:p>
          <a:r>
            <a:rPr lang="en-IN" sz="2000" b="1" kern="1200"/>
            <a:t>Panchayat Darpan</a:t>
          </a:r>
        </a:p>
      </dgm:t>
    </dgm:pt>
    <dgm:pt modelId="{81A93D27-B573-4630-8A74-A3D35341DBC1}" type="parTrans" cxnId="{31C27B9F-985F-4D70-A53B-8E9B651ED292}">
      <dgm:prSet/>
      <dgm:spPr/>
      <dgm:t>
        <a:bodyPr/>
        <a:lstStyle/>
        <a:p>
          <a:endParaRPr lang="en-IN" sz="1800"/>
        </a:p>
      </dgm:t>
    </dgm:pt>
    <dgm:pt modelId="{37D616DF-1E62-47B9-A3F9-52F904A376E9}" type="sibTrans" cxnId="{31C27B9F-985F-4D70-A53B-8E9B651ED292}">
      <dgm:prSet/>
      <dgm:spPr/>
      <dgm:t>
        <a:bodyPr/>
        <a:lstStyle/>
        <a:p>
          <a:endParaRPr lang="en-IN" sz="1800"/>
        </a:p>
      </dgm:t>
    </dgm:pt>
    <dgm:pt modelId="{D9F7218F-108F-4780-97E8-02EB456634DE}">
      <dgm:prSet phldrT="[Text]" custT="1"/>
      <dgm:spPr/>
      <dgm:t>
        <a:bodyPr/>
        <a:lstStyle/>
        <a:p>
          <a:r>
            <a:rPr lang="en-IN" sz="2400" b="1"/>
            <a:t>3. Personnel </a:t>
          </a:r>
        </a:p>
        <a:p>
          <a:r>
            <a:rPr lang="en-IN" sz="2400" b="1"/>
            <a:t>(HR Mgmt.)</a:t>
          </a:r>
        </a:p>
      </dgm:t>
    </dgm:pt>
    <dgm:pt modelId="{CC0A5518-939B-4FD7-8E1E-35AF77B02349}" type="parTrans" cxnId="{56C76641-0AEF-4FDB-BA2B-AE59B6DD45AD}">
      <dgm:prSet/>
      <dgm:spPr/>
      <dgm:t>
        <a:bodyPr/>
        <a:lstStyle/>
        <a:p>
          <a:endParaRPr lang="en-IN" sz="1800"/>
        </a:p>
      </dgm:t>
    </dgm:pt>
    <dgm:pt modelId="{6844116F-3BE5-4D11-993A-1B02230D3AE9}" type="sibTrans" cxnId="{56C76641-0AEF-4FDB-BA2B-AE59B6DD45AD}">
      <dgm:prSet/>
      <dgm:spPr/>
      <dgm:t>
        <a:bodyPr/>
        <a:lstStyle/>
        <a:p>
          <a:endParaRPr lang="en-IN" sz="1800"/>
        </a:p>
      </dgm:t>
    </dgm:pt>
    <dgm:pt modelId="{AE0E3B59-5BF0-477C-B715-89D41BF15757}">
      <dgm:prSet phldrT="[Text]" custT="1"/>
      <dgm:spPr/>
      <dgm:t>
        <a:bodyPr/>
        <a:lstStyle/>
        <a:p>
          <a:r>
            <a:rPr lang="en-IN" sz="2000" b="1" dirty="0" err="1"/>
            <a:t>ePrabandhan</a:t>
          </a:r>
          <a:endParaRPr lang="en-IN" sz="2000" b="1" dirty="0"/>
        </a:p>
      </dgm:t>
    </dgm:pt>
    <dgm:pt modelId="{1C130998-1C03-4164-A92B-9403F18A5F46}" type="parTrans" cxnId="{C81414E8-4FA7-438C-BFC5-4172D65EC22F}">
      <dgm:prSet/>
      <dgm:spPr/>
      <dgm:t>
        <a:bodyPr/>
        <a:lstStyle/>
        <a:p>
          <a:endParaRPr lang="en-IN" sz="1800"/>
        </a:p>
      </dgm:t>
    </dgm:pt>
    <dgm:pt modelId="{E1790A91-6523-4387-AECF-2EC23B059C33}" type="sibTrans" cxnId="{C81414E8-4FA7-438C-BFC5-4172D65EC22F}">
      <dgm:prSet/>
      <dgm:spPr/>
      <dgm:t>
        <a:bodyPr/>
        <a:lstStyle/>
        <a:p>
          <a:endParaRPr lang="en-IN" sz="1800"/>
        </a:p>
      </dgm:t>
    </dgm:pt>
    <dgm:pt modelId="{E8B52B34-6DF9-4EDB-BAA4-C868CDFF7AF9}">
      <dgm:prSet phldrT="[Text]" custT="1"/>
      <dgm:spPr/>
      <dgm:t>
        <a:bodyPr/>
        <a:lstStyle/>
        <a:p>
          <a:r>
            <a:rPr lang="en-IN" sz="2000" dirty="0" err="1"/>
            <a:t>Anushravan</a:t>
          </a:r>
          <a:r>
            <a:rPr lang="en-IN" sz="2000" dirty="0"/>
            <a:t> (</a:t>
          </a:r>
          <a:r>
            <a:rPr lang="en-IN" sz="1600" dirty="0"/>
            <a:t>RFIs</a:t>
          </a:r>
          <a:r>
            <a:rPr lang="en-IN" sz="2000" dirty="0"/>
            <a:t>)</a:t>
          </a:r>
        </a:p>
      </dgm:t>
    </dgm:pt>
    <dgm:pt modelId="{7A06DE00-D324-4F5A-BF4C-075E0F4BE475}" type="parTrans" cxnId="{AD287D8A-EC6F-4825-9EFC-8371E1243C05}">
      <dgm:prSet/>
      <dgm:spPr/>
      <dgm:t>
        <a:bodyPr/>
        <a:lstStyle/>
        <a:p>
          <a:endParaRPr lang="en-IN" sz="1800"/>
        </a:p>
      </dgm:t>
    </dgm:pt>
    <dgm:pt modelId="{14608FF4-9EDD-41E3-A1DF-29E4D3464527}" type="sibTrans" cxnId="{AD287D8A-EC6F-4825-9EFC-8371E1243C05}">
      <dgm:prSet/>
      <dgm:spPr/>
      <dgm:t>
        <a:bodyPr/>
        <a:lstStyle/>
        <a:p>
          <a:endParaRPr lang="en-IN" sz="1800"/>
        </a:p>
      </dgm:t>
    </dgm:pt>
    <dgm:pt modelId="{CE690023-9039-4854-82A7-44FD2484E737}">
      <dgm:prSet phldrT="[Text]" custT="1"/>
      <dgm:spPr/>
      <dgm:t>
        <a:bodyPr/>
        <a:lstStyle/>
        <a:p>
          <a:r>
            <a:rPr lang="en-IN" sz="2000" b="1" dirty="0" err="1"/>
            <a:t>ePraman</a:t>
          </a:r>
          <a:r>
            <a:rPr lang="en-IN" sz="2000" b="1" dirty="0"/>
            <a:t> (</a:t>
          </a:r>
          <a:r>
            <a:rPr lang="en-IN" sz="2000" b="1" dirty="0" err="1"/>
            <a:t>eMB</a:t>
          </a:r>
          <a:r>
            <a:rPr lang="en-IN" sz="2000" b="1" dirty="0"/>
            <a:t>)</a:t>
          </a:r>
        </a:p>
      </dgm:t>
    </dgm:pt>
    <dgm:pt modelId="{32A4BDC1-946F-45F8-8B3D-785E3F82A9EA}" type="parTrans" cxnId="{207A1E9E-9492-41D5-B2D0-9421373D6DF9}">
      <dgm:prSet/>
      <dgm:spPr/>
      <dgm:t>
        <a:bodyPr/>
        <a:lstStyle/>
        <a:p>
          <a:endParaRPr lang="en-IN" sz="1800"/>
        </a:p>
      </dgm:t>
    </dgm:pt>
    <dgm:pt modelId="{F50F807F-BC1E-4E07-92A0-E6D9F1AB632D}" type="sibTrans" cxnId="{207A1E9E-9492-41D5-B2D0-9421373D6DF9}">
      <dgm:prSet/>
      <dgm:spPr/>
      <dgm:t>
        <a:bodyPr/>
        <a:lstStyle/>
        <a:p>
          <a:endParaRPr lang="en-IN" sz="1800"/>
        </a:p>
      </dgm:t>
    </dgm:pt>
    <dgm:pt modelId="{FA280508-5636-4228-9610-716ACB3CBE68}">
      <dgm:prSet phldrT="[Text]" custT="1"/>
      <dgm:spPr/>
      <dgm:t>
        <a:bodyPr/>
        <a:lstStyle/>
        <a:p>
          <a:r>
            <a:rPr lang="en-IN" sz="2400" b="1"/>
            <a:t>4. General</a:t>
          </a:r>
        </a:p>
      </dgm:t>
    </dgm:pt>
    <dgm:pt modelId="{F274E1DE-63F6-41B6-8978-823F894BBC68}" type="parTrans" cxnId="{ED52AD45-3FCC-4AB4-87CF-2ABB94085541}">
      <dgm:prSet/>
      <dgm:spPr/>
      <dgm:t>
        <a:bodyPr/>
        <a:lstStyle/>
        <a:p>
          <a:endParaRPr lang="en-IN" sz="1800"/>
        </a:p>
      </dgm:t>
    </dgm:pt>
    <dgm:pt modelId="{70030AAF-55A3-467F-AE86-34324DA6D344}" type="sibTrans" cxnId="{ED52AD45-3FCC-4AB4-87CF-2ABB94085541}">
      <dgm:prSet/>
      <dgm:spPr/>
      <dgm:t>
        <a:bodyPr/>
        <a:lstStyle/>
        <a:p>
          <a:endParaRPr lang="en-IN" sz="1800"/>
        </a:p>
      </dgm:t>
    </dgm:pt>
    <dgm:pt modelId="{DF6C4C96-38C8-4148-8A6F-F7F5D3FBF2B9}">
      <dgm:prSet phldrT="[Text]" custT="1"/>
      <dgm:spPr/>
      <dgm:t>
        <a:bodyPr/>
        <a:lstStyle/>
        <a:p>
          <a:r>
            <a:rPr lang="en-IN" sz="2000" b="1"/>
            <a:t>Jal </a:t>
          </a:r>
          <a:r>
            <a:rPr lang="en-IN" sz="2000" b="1" err="1"/>
            <a:t>Samagra</a:t>
          </a:r>
          <a:endParaRPr lang="en-IN" sz="2000" b="1"/>
        </a:p>
      </dgm:t>
    </dgm:pt>
    <dgm:pt modelId="{407AF1E1-DDB4-42E0-9894-CDDFC38F8396}" type="parTrans" cxnId="{AC9F7C4E-DA3B-4538-9AD8-8991A994527E}">
      <dgm:prSet/>
      <dgm:spPr/>
      <dgm:t>
        <a:bodyPr/>
        <a:lstStyle/>
        <a:p>
          <a:endParaRPr lang="en-IN" sz="1800"/>
        </a:p>
      </dgm:t>
    </dgm:pt>
    <dgm:pt modelId="{326969CC-C196-402D-BCBE-2646CC3C11B1}" type="sibTrans" cxnId="{AC9F7C4E-DA3B-4538-9AD8-8991A994527E}">
      <dgm:prSet/>
      <dgm:spPr/>
      <dgm:t>
        <a:bodyPr/>
        <a:lstStyle/>
        <a:p>
          <a:endParaRPr lang="en-IN" sz="1800"/>
        </a:p>
      </dgm:t>
    </dgm:pt>
    <dgm:pt modelId="{D6F14941-4478-46D7-8C72-0BCFB98B6DC4}">
      <dgm:prSet phldrT="[Text]" custT="1"/>
      <dgm:spPr/>
      <dgm:t>
        <a:bodyPr/>
        <a:lstStyle/>
        <a:p>
          <a:r>
            <a:rPr lang="en-IN" sz="2000" b="1" kern="1200"/>
            <a:t>Jal Rekha</a:t>
          </a:r>
        </a:p>
      </dgm:t>
    </dgm:pt>
    <dgm:pt modelId="{EEE19B9D-9D8E-4E59-B191-3155101E6899}" type="parTrans" cxnId="{B1D4B556-75E3-4197-83E5-B93032153A7A}">
      <dgm:prSet/>
      <dgm:spPr/>
      <dgm:t>
        <a:bodyPr/>
        <a:lstStyle/>
        <a:p>
          <a:endParaRPr lang="en-IN" sz="1800"/>
        </a:p>
      </dgm:t>
    </dgm:pt>
    <dgm:pt modelId="{E5DAA580-4D69-45F2-B104-DAFE506F8322}" type="sibTrans" cxnId="{B1D4B556-75E3-4197-83E5-B93032153A7A}">
      <dgm:prSet/>
      <dgm:spPr/>
      <dgm:t>
        <a:bodyPr/>
        <a:lstStyle/>
        <a:p>
          <a:endParaRPr lang="en-IN" sz="1800"/>
        </a:p>
      </dgm:t>
    </dgm:pt>
    <dgm:pt modelId="{93FFD36B-F548-4311-88C2-7AF7FE3A2C58}">
      <dgm:prSet phldrT="[Text]" custT="1"/>
      <dgm:spPr/>
      <dgm:t>
        <a:bodyPr/>
        <a:lstStyle/>
        <a:p>
          <a:r>
            <a:rPr lang="en-IN" sz="2000" kern="1200" dirty="0"/>
            <a:t>Nirmal (</a:t>
          </a:r>
          <a:r>
            <a:rPr lang="en-IN" sz="1600" kern="1200" dirty="0"/>
            <a:t>Water Quality</a:t>
          </a:r>
          <a:r>
            <a:rPr lang="en-IN" sz="2000" kern="1200" dirty="0"/>
            <a:t>)</a:t>
          </a:r>
        </a:p>
      </dgm:t>
    </dgm:pt>
    <dgm:pt modelId="{3ED366D1-8C6B-4A7E-920D-E9D6401CE48B}" type="parTrans" cxnId="{E96A9EB0-C8C9-4FDA-A064-850908B0F73C}">
      <dgm:prSet/>
      <dgm:spPr/>
      <dgm:t>
        <a:bodyPr/>
        <a:lstStyle/>
        <a:p>
          <a:endParaRPr lang="en-IN" sz="1800"/>
        </a:p>
      </dgm:t>
    </dgm:pt>
    <dgm:pt modelId="{7C64B117-AF80-48EF-89AA-928F503CD7C7}" type="sibTrans" cxnId="{E96A9EB0-C8C9-4FDA-A064-850908B0F73C}">
      <dgm:prSet/>
      <dgm:spPr/>
      <dgm:t>
        <a:bodyPr/>
        <a:lstStyle/>
        <a:p>
          <a:endParaRPr lang="en-IN" sz="1800"/>
        </a:p>
      </dgm:t>
    </dgm:pt>
    <dgm:pt modelId="{B2CCA933-602A-4915-AC19-530909AAB30B}">
      <dgm:prSet phldrT="[Text]" custT="1"/>
      <dgm:spPr/>
      <dgm:t>
        <a:bodyPr/>
        <a:lstStyle/>
        <a:p>
          <a:r>
            <a:rPr lang="en-IN" sz="2000" kern="1200"/>
            <a:t>Bulk Water Charges  from GPs</a:t>
          </a:r>
        </a:p>
      </dgm:t>
    </dgm:pt>
    <dgm:pt modelId="{B8BC4761-4A8F-48CE-854B-8959700AB7B6}" type="parTrans" cxnId="{93965E20-2D1A-4A38-BE91-86259D4D9BDB}">
      <dgm:prSet/>
      <dgm:spPr/>
      <dgm:t>
        <a:bodyPr/>
        <a:lstStyle/>
        <a:p>
          <a:endParaRPr lang="en-IN" sz="1800"/>
        </a:p>
      </dgm:t>
    </dgm:pt>
    <dgm:pt modelId="{A5FDB77E-1308-41B3-A6A5-74FF41889A0F}" type="sibTrans" cxnId="{93965E20-2D1A-4A38-BE91-86259D4D9BDB}">
      <dgm:prSet/>
      <dgm:spPr/>
      <dgm:t>
        <a:bodyPr/>
        <a:lstStyle/>
        <a:p>
          <a:endParaRPr lang="en-IN" sz="1800"/>
        </a:p>
      </dgm:t>
    </dgm:pt>
    <dgm:pt modelId="{BF7C7241-9757-42C3-9D53-22455DDA0AAE}">
      <dgm:prSet phldrT="[Text]" custT="1"/>
      <dgm:spPr/>
      <dgm:t>
        <a:bodyPr/>
        <a:lstStyle/>
        <a:p>
          <a:r>
            <a:rPr lang="en-IN" sz="2000" kern="1200" dirty="0"/>
            <a:t>Water User Charges from Citizens</a:t>
          </a:r>
        </a:p>
      </dgm:t>
    </dgm:pt>
    <dgm:pt modelId="{8C85E449-4F03-4EF2-A976-0AA37A5DB449}" type="parTrans" cxnId="{2FBCCB0A-52C5-4BC5-B11A-0CEA74C2782D}">
      <dgm:prSet/>
      <dgm:spPr/>
      <dgm:t>
        <a:bodyPr/>
        <a:lstStyle/>
        <a:p>
          <a:endParaRPr lang="en-IN" sz="1800"/>
        </a:p>
      </dgm:t>
    </dgm:pt>
    <dgm:pt modelId="{DC600166-4A7B-4AEC-A9E1-8C8C29A66426}" type="sibTrans" cxnId="{2FBCCB0A-52C5-4BC5-B11A-0CEA74C2782D}">
      <dgm:prSet/>
      <dgm:spPr/>
      <dgm:t>
        <a:bodyPr/>
        <a:lstStyle/>
        <a:p>
          <a:endParaRPr lang="en-IN" sz="1800"/>
        </a:p>
      </dgm:t>
    </dgm:pt>
    <dgm:pt modelId="{E8C1ED6A-5A35-4893-A76E-F5218933741C}">
      <dgm:prSet phldrT="[Text]" custT="1"/>
      <dgm:spPr/>
      <dgm:t>
        <a:bodyPr/>
        <a:lstStyle/>
        <a:p>
          <a:r>
            <a:rPr lang="en-IN" sz="2000" b="1" dirty="0"/>
            <a:t>SARTHAK</a:t>
          </a:r>
        </a:p>
      </dgm:t>
    </dgm:pt>
    <dgm:pt modelId="{5CD9098E-316F-4912-BD0A-F72EAB9612D1}" type="parTrans" cxnId="{6BF2C8CA-F85B-401F-9F73-049CD269B586}">
      <dgm:prSet/>
      <dgm:spPr/>
      <dgm:t>
        <a:bodyPr/>
        <a:lstStyle/>
        <a:p>
          <a:endParaRPr lang="en-IN" sz="1800"/>
        </a:p>
      </dgm:t>
    </dgm:pt>
    <dgm:pt modelId="{E60216FD-E156-4DC3-9AD6-FD9FC39B489D}" type="sibTrans" cxnId="{6BF2C8CA-F85B-401F-9F73-049CD269B586}">
      <dgm:prSet/>
      <dgm:spPr/>
      <dgm:t>
        <a:bodyPr/>
        <a:lstStyle/>
        <a:p>
          <a:endParaRPr lang="en-IN" sz="1800"/>
        </a:p>
      </dgm:t>
    </dgm:pt>
    <dgm:pt modelId="{6BF8E4BB-F058-4F10-AB30-86AAB8DDA255}">
      <dgm:prSet phldrT="[Text]" custT="1"/>
      <dgm:spPr/>
      <dgm:t>
        <a:bodyPr/>
        <a:lstStyle/>
        <a:p>
          <a:r>
            <a:rPr lang="en-IN" sz="2000" b="1" dirty="0"/>
            <a:t>E-Office</a:t>
          </a:r>
        </a:p>
      </dgm:t>
    </dgm:pt>
    <dgm:pt modelId="{C9030F1B-2A29-427A-BA07-29648D15095C}" type="parTrans" cxnId="{8E0FE33B-9F77-424D-BF57-998EDE83C34F}">
      <dgm:prSet/>
      <dgm:spPr/>
      <dgm:t>
        <a:bodyPr/>
        <a:lstStyle/>
        <a:p>
          <a:endParaRPr lang="en-IN"/>
        </a:p>
      </dgm:t>
    </dgm:pt>
    <dgm:pt modelId="{32A30694-4890-4BFC-9807-65E25731DDCE}" type="sibTrans" cxnId="{8E0FE33B-9F77-424D-BF57-998EDE83C34F}">
      <dgm:prSet/>
      <dgm:spPr/>
      <dgm:t>
        <a:bodyPr/>
        <a:lstStyle/>
        <a:p>
          <a:endParaRPr lang="en-IN"/>
        </a:p>
      </dgm:t>
    </dgm:pt>
    <dgm:pt modelId="{354BE263-1077-486E-9907-E9630E5E9AE1}">
      <dgm:prSet phldrT="[Text]" custT="1"/>
      <dgm:spPr/>
      <dgm:t>
        <a:bodyPr/>
        <a:lstStyle/>
        <a:p>
          <a:r>
            <a:rPr lang="en-IN" sz="2000" dirty="0" err="1"/>
            <a:t>Sahbhagita</a:t>
          </a:r>
          <a:r>
            <a:rPr lang="en-IN" sz="2000" dirty="0"/>
            <a:t> (</a:t>
          </a:r>
          <a:r>
            <a:rPr lang="en-IN" sz="1600" dirty="0"/>
            <a:t>ISAs</a:t>
          </a:r>
          <a:r>
            <a:rPr lang="en-IN" sz="2000" dirty="0"/>
            <a:t>)</a:t>
          </a:r>
        </a:p>
      </dgm:t>
    </dgm:pt>
    <dgm:pt modelId="{75C62500-0A7F-4A5F-8661-F96D82784552}" type="parTrans" cxnId="{CBE41654-3679-4739-8F21-1F4E64D06D30}">
      <dgm:prSet/>
      <dgm:spPr/>
      <dgm:t>
        <a:bodyPr/>
        <a:lstStyle/>
        <a:p>
          <a:endParaRPr lang="en-IN"/>
        </a:p>
      </dgm:t>
    </dgm:pt>
    <dgm:pt modelId="{0E8AEC10-5346-458F-824E-793A604B6C2F}" type="sibTrans" cxnId="{CBE41654-3679-4739-8F21-1F4E64D06D30}">
      <dgm:prSet/>
      <dgm:spPr/>
      <dgm:t>
        <a:bodyPr/>
        <a:lstStyle/>
        <a:p>
          <a:endParaRPr lang="en-IN"/>
        </a:p>
      </dgm:t>
    </dgm:pt>
    <dgm:pt modelId="{BBB61DCB-64D7-402D-A81C-CA42A2C14487}">
      <dgm:prSet phldrT="[Text]" custT="1"/>
      <dgm:spPr/>
      <dgm:t>
        <a:bodyPr/>
        <a:lstStyle/>
        <a:p>
          <a:r>
            <a:rPr lang="en-IN" sz="2000" dirty="0"/>
            <a:t>Sopan</a:t>
          </a:r>
        </a:p>
      </dgm:t>
    </dgm:pt>
    <dgm:pt modelId="{3A54FD0B-C094-49BB-A307-7DEF2906BF5B}" type="parTrans" cxnId="{4FF9A1AB-68C7-423E-96DD-B450AB1EB52E}">
      <dgm:prSet/>
      <dgm:spPr/>
      <dgm:t>
        <a:bodyPr/>
        <a:lstStyle/>
        <a:p>
          <a:endParaRPr lang="en-IN"/>
        </a:p>
      </dgm:t>
    </dgm:pt>
    <dgm:pt modelId="{B0FA6315-2673-4CB4-899F-86EC53504857}" type="sibTrans" cxnId="{4FF9A1AB-68C7-423E-96DD-B450AB1EB52E}">
      <dgm:prSet/>
      <dgm:spPr/>
      <dgm:t>
        <a:bodyPr/>
        <a:lstStyle/>
        <a:p>
          <a:endParaRPr lang="en-IN"/>
        </a:p>
      </dgm:t>
    </dgm:pt>
    <dgm:pt modelId="{7C6C2CE1-5ED2-43F4-B092-CB0970BE5AE6}">
      <dgm:prSet phldrT="[Text]" custT="1"/>
      <dgm:spPr/>
      <dgm:t>
        <a:bodyPr/>
        <a:lstStyle/>
        <a:p>
          <a:r>
            <a:rPr lang="en-IN" sz="2000" b="1" kern="1200"/>
            <a:t>Jal Samadhan</a:t>
          </a:r>
        </a:p>
      </dgm:t>
    </dgm:pt>
    <dgm:pt modelId="{4DA7BB6F-20AC-4C8F-A5E0-9A6FF49AD2B2}" type="parTrans" cxnId="{0E08E270-559A-4692-8746-23693BF6CF2F}">
      <dgm:prSet/>
      <dgm:spPr/>
      <dgm:t>
        <a:bodyPr/>
        <a:lstStyle/>
        <a:p>
          <a:endParaRPr lang="en-IN"/>
        </a:p>
      </dgm:t>
    </dgm:pt>
    <dgm:pt modelId="{C6AF775A-8690-4E03-A05C-931050B0ECD7}" type="sibTrans" cxnId="{0E08E270-559A-4692-8746-23693BF6CF2F}">
      <dgm:prSet/>
      <dgm:spPr/>
      <dgm:t>
        <a:bodyPr/>
        <a:lstStyle/>
        <a:p>
          <a:endParaRPr lang="en-IN"/>
        </a:p>
      </dgm:t>
    </dgm:pt>
    <dgm:pt modelId="{57070025-DABB-4EE4-A7DF-022B26C9EEC3}">
      <dgm:prSet phldrT="[Text]" custT="1"/>
      <dgm:spPr/>
      <dgm:t>
        <a:bodyPr/>
        <a:lstStyle/>
        <a:p>
          <a:r>
            <a:rPr lang="en-IN" sz="2000" b="1" kern="1200"/>
            <a:t>Bharosa</a:t>
          </a:r>
        </a:p>
      </dgm:t>
    </dgm:pt>
    <dgm:pt modelId="{9B31FF00-CDD1-4FC5-B945-E3E517493512}" type="parTrans" cxnId="{7243864C-960F-4188-B134-ACF3C20462B9}">
      <dgm:prSet/>
      <dgm:spPr/>
      <dgm:t>
        <a:bodyPr/>
        <a:lstStyle/>
        <a:p>
          <a:endParaRPr lang="en-IN"/>
        </a:p>
      </dgm:t>
    </dgm:pt>
    <dgm:pt modelId="{E27F6B44-2192-47A0-9442-24E63AB6EE85}" type="sibTrans" cxnId="{7243864C-960F-4188-B134-ACF3C20462B9}">
      <dgm:prSet/>
      <dgm:spPr/>
      <dgm:t>
        <a:bodyPr/>
        <a:lstStyle/>
        <a:p>
          <a:endParaRPr lang="en-IN"/>
        </a:p>
      </dgm:t>
    </dgm:pt>
    <dgm:pt modelId="{E4CDC6B6-D3BA-4997-A6FD-41B2C8EC90C3}">
      <dgm:prSet phldrT="[Text]" custT="1"/>
      <dgm:spPr/>
      <dgm:t>
        <a:bodyPr/>
        <a:lstStyle/>
        <a:p>
          <a:r>
            <a:rPr lang="en-IN" sz="2000" b="1" kern="1200" dirty="0" smtClean="0"/>
            <a:t>O&amp;M Billing  (GM &amp; Contractor Modules)</a:t>
          </a:r>
          <a:endParaRPr lang="en-IN" sz="2000" b="1" kern="1200" dirty="0"/>
        </a:p>
      </dgm:t>
    </dgm:pt>
    <dgm:pt modelId="{2C6F0F5D-48E6-4DF7-9CC1-ED9A603D3742}" type="parTrans" cxnId="{0FEA0176-7F6E-4A6F-B962-8C47E284BE0C}">
      <dgm:prSet/>
      <dgm:spPr/>
      <dgm:t>
        <a:bodyPr/>
        <a:lstStyle/>
        <a:p>
          <a:endParaRPr lang="en-US"/>
        </a:p>
      </dgm:t>
    </dgm:pt>
    <dgm:pt modelId="{FEE4A41F-6030-4B26-9F5A-1B887DDE6C7C}" type="sibTrans" cxnId="{0FEA0176-7F6E-4A6F-B962-8C47E284BE0C}">
      <dgm:prSet/>
      <dgm:spPr/>
      <dgm:t>
        <a:bodyPr/>
        <a:lstStyle/>
        <a:p>
          <a:endParaRPr lang="en-US"/>
        </a:p>
      </dgm:t>
    </dgm:pt>
    <dgm:pt modelId="{8D80C9B0-D8AC-405D-8843-0F4F010F1CEE}">
      <dgm:prSet phldrT="[Text]" custT="1"/>
      <dgm:spPr/>
      <dgm:t>
        <a:bodyPr/>
        <a:lstStyle/>
        <a:p>
          <a:r>
            <a:rPr lang="en-IN" sz="2000" dirty="0" smtClean="0"/>
            <a:t>FHTC</a:t>
          </a:r>
          <a:endParaRPr lang="en-IN" sz="2000" dirty="0"/>
        </a:p>
      </dgm:t>
    </dgm:pt>
    <dgm:pt modelId="{DA61AB95-637B-4467-906B-4C823109E6EC}" type="parTrans" cxnId="{D27E4367-6F3E-4A61-A337-E8BCDC7F4F14}">
      <dgm:prSet/>
      <dgm:spPr/>
      <dgm:t>
        <a:bodyPr/>
        <a:lstStyle/>
        <a:p>
          <a:endParaRPr lang="en-US"/>
        </a:p>
      </dgm:t>
    </dgm:pt>
    <dgm:pt modelId="{A51EC5C5-80AE-4C35-BBDD-F524C240636A}" type="sibTrans" cxnId="{D27E4367-6F3E-4A61-A337-E8BCDC7F4F14}">
      <dgm:prSet/>
      <dgm:spPr/>
      <dgm:t>
        <a:bodyPr/>
        <a:lstStyle/>
        <a:p>
          <a:endParaRPr lang="en-US"/>
        </a:p>
      </dgm:t>
    </dgm:pt>
    <dgm:pt modelId="{50E94BAE-30A9-4611-ABB9-9AC550526E69}" type="pres">
      <dgm:prSet presAssocID="{8BD0CCAF-7861-46C4-B507-7C99D27FD136}" presName="Name0" presStyleCnt="0">
        <dgm:presLayoutVars>
          <dgm:dir/>
          <dgm:animLvl val="lvl"/>
          <dgm:resizeHandles val="exact"/>
        </dgm:presLayoutVars>
      </dgm:prSet>
      <dgm:spPr/>
      <dgm:t>
        <a:bodyPr/>
        <a:lstStyle/>
        <a:p>
          <a:endParaRPr lang="en-US"/>
        </a:p>
      </dgm:t>
    </dgm:pt>
    <dgm:pt modelId="{CDFC36D3-6B0E-4D16-A7E0-22AABA7A4818}" type="pres">
      <dgm:prSet presAssocID="{22062808-8E4D-4006-8679-51EF0FFA3E9F}" presName="composite" presStyleCnt="0"/>
      <dgm:spPr/>
    </dgm:pt>
    <dgm:pt modelId="{6F37C80E-180C-4E67-8962-3D674F4215E3}" type="pres">
      <dgm:prSet presAssocID="{22062808-8E4D-4006-8679-51EF0FFA3E9F}" presName="parTx" presStyleLbl="alignNode1" presStyleIdx="0" presStyleCnt="4">
        <dgm:presLayoutVars>
          <dgm:chMax val="0"/>
          <dgm:chPref val="0"/>
          <dgm:bulletEnabled val="1"/>
        </dgm:presLayoutVars>
      </dgm:prSet>
      <dgm:spPr/>
      <dgm:t>
        <a:bodyPr/>
        <a:lstStyle/>
        <a:p>
          <a:endParaRPr lang="en-US"/>
        </a:p>
      </dgm:t>
    </dgm:pt>
    <dgm:pt modelId="{C7C72148-6B45-4285-9BCC-C211A5ABB7DC}" type="pres">
      <dgm:prSet presAssocID="{22062808-8E4D-4006-8679-51EF0FFA3E9F}" presName="desTx" presStyleLbl="alignAccFollowNode1" presStyleIdx="0" presStyleCnt="4">
        <dgm:presLayoutVars>
          <dgm:bulletEnabled val="1"/>
        </dgm:presLayoutVars>
      </dgm:prSet>
      <dgm:spPr/>
      <dgm:t>
        <a:bodyPr/>
        <a:lstStyle/>
        <a:p>
          <a:endParaRPr lang="en-US"/>
        </a:p>
      </dgm:t>
    </dgm:pt>
    <dgm:pt modelId="{5704611A-7CF9-47A2-8262-C091FF100B9E}" type="pres">
      <dgm:prSet presAssocID="{02D8E8F5-D8F6-4A7A-BB7B-9770E0CC63F4}" presName="space" presStyleCnt="0"/>
      <dgm:spPr/>
    </dgm:pt>
    <dgm:pt modelId="{802C74A9-5A1C-4784-B6BA-4D2025C680E3}" type="pres">
      <dgm:prSet presAssocID="{58300302-8125-4723-BAB6-2899192DA0CB}" presName="composite" presStyleCnt="0"/>
      <dgm:spPr/>
    </dgm:pt>
    <dgm:pt modelId="{ACA95356-BDE4-4E83-8E6E-744C9950A7C6}" type="pres">
      <dgm:prSet presAssocID="{58300302-8125-4723-BAB6-2899192DA0CB}" presName="parTx" presStyleLbl="alignNode1" presStyleIdx="1" presStyleCnt="4" custScaleX="112386">
        <dgm:presLayoutVars>
          <dgm:chMax val="0"/>
          <dgm:chPref val="0"/>
          <dgm:bulletEnabled val="1"/>
        </dgm:presLayoutVars>
      </dgm:prSet>
      <dgm:spPr/>
      <dgm:t>
        <a:bodyPr/>
        <a:lstStyle/>
        <a:p>
          <a:endParaRPr lang="en-US"/>
        </a:p>
      </dgm:t>
    </dgm:pt>
    <dgm:pt modelId="{7AB2139E-2D0F-4A36-BE1D-C94B367A2D8D}" type="pres">
      <dgm:prSet presAssocID="{58300302-8125-4723-BAB6-2899192DA0CB}" presName="desTx" presStyleLbl="alignAccFollowNode1" presStyleIdx="1" presStyleCnt="4" custScaleX="112386">
        <dgm:presLayoutVars>
          <dgm:bulletEnabled val="1"/>
        </dgm:presLayoutVars>
      </dgm:prSet>
      <dgm:spPr/>
      <dgm:t>
        <a:bodyPr/>
        <a:lstStyle/>
        <a:p>
          <a:endParaRPr lang="en-US"/>
        </a:p>
      </dgm:t>
    </dgm:pt>
    <dgm:pt modelId="{B29AEF9D-7CF9-44E0-846F-B32848DB32C9}" type="pres">
      <dgm:prSet presAssocID="{67393997-F2D1-401B-A70C-DB47915023AD}" presName="space" presStyleCnt="0"/>
      <dgm:spPr/>
    </dgm:pt>
    <dgm:pt modelId="{6DE19566-AB5A-4401-87A0-477E40554B0A}" type="pres">
      <dgm:prSet presAssocID="{D9F7218F-108F-4780-97E8-02EB456634DE}" presName="composite" presStyleCnt="0"/>
      <dgm:spPr/>
    </dgm:pt>
    <dgm:pt modelId="{ED713D96-BE65-4047-AA01-6BA94D32BA76}" type="pres">
      <dgm:prSet presAssocID="{D9F7218F-108F-4780-97E8-02EB456634DE}" presName="parTx" presStyleLbl="alignNode1" presStyleIdx="2" presStyleCnt="4">
        <dgm:presLayoutVars>
          <dgm:chMax val="0"/>
          <dgm:chPref val="0"/>
          <dgm:bulletEnabled val="1"/>
        </dgm:presLayoutVars>
      </dgm:prSet>
      <dgm:spPr/>
      <dgm:t>
        <a:bodyPr/>
        <a:lstStyle/>
        <a:p>
          <a:endParaRPr lang="en-US"/>
        </a:p>
      </dgm:t>
    </dgm:pt>
    <dgm:pt modelId="{53F3C498-EDCA-47E3-AA37-5FEA49D390F5}" type="pres">
      <dgm:prSet presAssocID="{D9F7218F-108F-4780-97E8-02EB456634DE}" presName="desTx" presStyleLbl="alignAccFollowNode1" presStyleIdx="2" presStyleCnt="4">
        <dgm:presLayoutVars>
          <dgm:bulletEnabled val="1"/>
        </dgm:presLayoutVars>
      </dgm:prSet>
      <dgm:spPr/>
      <dgm:t>
        <a:bodyPr/>
        <a:lstStyle/>
        <a:p>
          <a:endParaRPr lang="en-US"/>
        </a:p>
      </dgm:t>
    </dgm:pt>
    <dgm:pt modelId="{ADD50FB8-F981-40DA-8658-2C65AA21DA1D}" type="pres">
      <dgm:prSet presAssocID="{6844116F-3BE5-4D11-993A-1B02230D3AE9}" presName="space" presStyleCnt="0"/>
      <dgm:spPr/>
    </dgm:pt>
    <dgm:pt modelId="{42FFF6A1-FFE5-40B4-AE23-2004DFA8A04A}" type="pres">
      <dgm:prSet presAssocID="{FA280508-5636-4228-9610-716ACB3CBE68}" presName="composite" presStyleCnt="0"/>
      <dgm:spPr/>
    </dgm:pt>
    <dgm:pt modelId="{47CF5412-BD95-4ACA-8B5A-AB7E09195C3D}" type="pres">
      <dgm:prSet presAssocID="{FA280508-5636-4228-9610-716ACB3CBE68}" presName="parTx" presStyleLbl="alignNode1" presStyleIdx="3" presStyleCnt="4">
        <dgm:presLayoutVars>
          <dgm:chMax val="0"/>
          <dgm:chPref val="0"/>
          <dgm:bulletEnabled val="1"/>
        </dgm:presLayoutVars>
      </dgm:prSet>
      <dgm:spPr/>
      <dgm:t>
        <a:bodyPr/>
        <a:lstStyle/>
        <a:p>
          <a:endParaRPr lang="en-US"/>
        </a:p>
      </dgm:t>
    </dgm:pt>
    <dgm:pt modelId="{C06C13F0-E76A-40B6-B595-BFF8E9FAE674}" type="pres">
      <dgm:prSet presAssocID="{FA280508-5636-4228-9610-716ACB3CBE68}" presName="desTx" presStyleLbl="alignAccFollowNode1" presStyleIdx="3" presStyleCnt="4">
        <dgm:presLayoutVars>
          <dgm:bulletEnabled val="1"/>
        </dgm:presLayoutVars>
      </dgm:prSet>
      <dgm:spPr/>
      <dgm:t>
        <a:bodyPr/>
        <a:lstStyle/>
        <a:p>
          <a:endParaRPr lang="en-US"/>
        </a:p>
      </dgm:t>
    </dgm:pt>
  </dgm:ptLst>
  <dgm:cxnLst>
    <dgm:cxn modelId="{77872E11-602D-4DF3-8308-C91378BCB801}" type="presOf" srcId="{CE690023-9039-4854-82A7-44FD2484E737}" destId="{C7C72148-6B45-4285-9BCC-C211A5ABB7DC}" srcOrd="0" destOrd="6" presId="urn:microsoft.com/office/officeart/2005/8/layout/hList1"/>
    <dgm:cxn modelId="{87DE89F2-AF83-4E62-A7E9-F352FBEBD7D3}" type="presOf" srcId="{44065A1D-7E7A-4855-B557-4929DF8B9034}" destId="{7AB2139E-2D0F-4A36-BE1D-C94B367A2D8D}" srcOrd="0" destOrd="1" presId="urn:microsoft.com/office/officeart/2005/8/layout/hList1"/>
    <dgm:cxn modelId="{E407BE65-CD21-4E15-AB55-AE991269AD91}" type="presOf" srcId="{8D80C9B0-D8AC-405D-8843-0F4F010F1CEE}" destId="{C7C72148-6B45-4285-9BCC-C211A5ABB7DC}" srcOrd="0" destOrd="5" presId="urn:microsoft.com/office/officeart/2005/8/layout/hList1"/>
    <dgm:cxn modelId="{9F8E8956-1650-4BD8-B115-E613B2A4E4EF}" type="presOf" srcId="{6607AAAE-51CE-4BB3-9AFE-414B54E5B36A}" destId="{7AB2139E-2D0F-4A36-BE1D-C94B367A2D8D}" srcOrd="0" destOrd="5" presId="urn:microsoft.com/office/officeart/2005/8/layout/hList1"/>
    <dgm:cxn modelId="{9698C847-0A02-44D2-A5D7-7FA16BE98E64}" type="presOf" srcId="{48762013-172F-4BCF-9D29-A7FB498C7B7B}" destId="{C7C72148-6B45-4285-9BCC-C211A5ABB7DC}" srcOrd="0" destOrd="1" presId="urn:microsoft.com/office/officeart/2005/8/layout/hList1"/>
    <dgm:cxn modelId="{BC477B01-C9DC-4A84-B32C-37646C5D71B7}" srcId="{4887B29E-8F87-492F-8989-E02A3E3F1635}" destId="{48762013-172F-4BCF-9D29-A7FB498C7B7B}" srcOrd="0" destOrd="0" parTransId="{D59C2FF1-B377-4E88-AF5B-3FFFF1E9F7F2}" sibTransId="{7D573EBC-523A-48C5-81FE-7230629E4496}"/>
    <dgm:cxn modelId="{AF9388FC-2361-4340-B1D2-A58847BDC630}" type="presOf" srcId="{57070025-DABB-4EE4-A7DF-022B26C9EEC3}" destId="{7AB2139E-2D0F-4A36-BE1D-C94B367A2D8D}" srcOrd="0" destOrd="4" presId="urn:microsoft.com/office/officeart/2005/8/layout/hList1"/>
    <dgm:cxn modelId="{8DD59FBB-E629-42D6-ADCC-5D3B804F540C}" type="presOf" srcId="{FA280508-5636-4228-9610-716ACB3CBE68}" destId="{47CF5412-BD95-4ACA-8B5A-AB7E09195C3D}" srcOrd="0" destOrd="0" presId="urn:microsoft.com/office/officeart/2005/8/layout/hList1"/>
    <dgm:cxn modelId="{A1B7520F-0F6A-4F75-9B61-4AD49240C60B}" srcId="{D6F14941-4478-46D7-8C72-0BCFB98B6DC4}" destId="{44065A1D-7E7A-4855-B557-4929DF8B9034}" srcOrd="0" destOrd="0" parTransId="{9F37F2AE-0B97-4548-9111-DC475B542030}" sibTransId="{F610CEAE-8FDB-4411-B092-EC71237A9A46}"/>
    <dgm:cxn modelId="{0D22A81A-845D-4129-85F5-D34539575BA0}" type="presOf" srcId="{D9F7218F-108F-4780-97E8-02EB456634DE}" destId="{ED713D96-BE65-4047-AA01-6BA94D32BA76}" srcOrd="0" destOrd="0" presId="urn:microsoft.com/office/officeart/2005/8/layout/hList1"/>
    <dgm:cxn modelId="{7243864C-960F-4188-B134-ACF3C20462B9}" srcId="{58300302-8125-4723-BAB6-2899192DA0CB}" destId="{57070025-DABB-4EE4-A7DF-022B26C9EEC3}" srcOrd="2" destOrd="0" parTransId="{9B31FF00-CDD1-4FC5-B945-E3E517493512}" sibTransId="{E27F6B44-2192-47A0-9442-24E63AB6EE85}"/>
    <dgm:cxn modelId="{0AE41FBB-6E67-4E3D-9127-E0D47C567AF1}" type="presOf" srcId="{E8C1ED6A-5A35-4893-A76E-F5218933741C}" destId="{53F3C498-EDCA-47E3-AA37-5FEA49D390F5}" srcOrd="0" destOrd="1" presId="urn:microsoft.com/office/officeart/2005/8/layout/hList1"/>
    <dgm:cxn modelId="{0E08E270-559A-4692-8746-23693BF6CF2F}" srcId="{58300302-8125-4723-BAB6-2899192DA0CB}" destId="{7C6C2CE1-5ED2-43F4-B092-CB0970BE5AE6}" srcOrd="1" destOrd="0" parTransId="{4DA7BB6F-20AC-4C8F-A5E0-9A6FF49AD2B2}" sibTransId="{C6AF775A-8690-4E03-A05C-931050B0ECD7}"/>
    <dgm:cxn modelId="{D021B98B-4E9D-4232-B127-0313A1193070}" type="presOf" srcId="{4887B29E-8F87-492F-8989-E02A3E3F1635}" destId="{C7C72148-6B45-4285-9BCC-C211A5ABB7DC}" srcOrd="0" destOrd="0" presId="urn:microsoft.com/office/officeart/2005/8/layout/hList1"/>
    <dgm:cxn modelId="{9F8936D0-F945-4325-BD09-A8860ADEB254}" type="presOf" srcId="{22062808-8E4D-4006-8679-51EF0FFA3E9F}" destId="{6F37C80E-180C-4E67-8962-3D674F4215E3}" srcOrd="0" destOrd="0" presId="urn:microsoft.com/office/officeart/2005/8/layout/hList1"/>
    <dgm:cxn modelId="{56C76641-0AEF-4FDB-BA2B-AE59B6DD45AD}" srcId="{8BD0CCAF-7861-46C4-B507-7C99D27FD136}" destId="{D9F7218F-108F-4780-97E8-02EB456634DE}" srcOrd="2" destOrd="0" parTransId="{CC0A5518-939B-4FD7-8E1E-35AF77B02349}" sibTransId="{6844116F-3BE5-4D11-993A-1B02230D3AE9}"/>
    <dgm:cxn modelId="{8BF1547C-7B93-4DA6-B1A0-747C0906025C}" srcId="{8BD0CCAF-7861-46C4-B507-7C99D27FD136}" destId="{58300302-8125-4723-BAB6-2899192DA0CB}" srcOrd="1" destOrd="0" parTransId="{C94987CC-79EF-47E3-BEE8-E76CC5EB8F13}" sibTransId="{67393997-F2D1-401B-A70C-DB47915023AD}"/>
    <dgm:cxn modelId="{A1804412-6C37-4AC9-97C2-130D786750AB}" type="presOf" srcId="{D6F14941-4478-46D7-8C72-0BCFB98B6DC4}" destId="{7AB2139E-2D0F-4A36-BE1D-C94B367A2D8D}" srcOrd="0" destOrd="0" presId="urn:microsoft.com/office/officeart/2005/8/layout/hList1"/>
    <dgm:cxn modelId="{B1D4B556-75E3-4197-83E5-B93032153A7A}" srcId="{58300302-8125-4723-BAB6-2899192DA0CB}" destId="{D6F14941-4478-46D7-8C72-0BCFB98B6DC4}" srcOrd="0" destOrd="0" parTransId="{EEE19B9D-9D8E-4E59-B191-3155101E6899}" sibTransId="{E5DAA580-4D69-45F2-B104-DAFE506F8322}"/>
    <dgm:cxn modelId="{891942F6-BB49-49C8-96D8-004655565EC8}" type="presOf" srcId="{AE0E3B59-5BF0-477C-B715-89D41BF15757}" destId="{53F3C498-EDCA-47E3-AA37-5FEA49D390F5}" srcOrd="0" destOrd="0" presId="urn:microsoft.com/office/officeart/2005/8/layout/hList1"/>
    <dgm:cxn modelId="{0FEA0176-7F6E-4A6F-B962-8C47E284BE0C}" srcId="{58300302-8125-4723-BAB6-2899192DA0CB}" destId="{E4CDC6B6-D3BA-4997-A6FD-41B2C8EC90C3}" srcOrd="4" destOrd="0" parTransId="{2C6F0F5D-48E6-4DF7-9CC1-ED9A603D3742}" sibTransId="{FEE4A41F-6030-4B26-9F5A-1B887DDE6C7C}"/>
    <dgm:cxn modelId="{BADA1336-DD6A-4C83-9DBA-28BEE7540E9C}" type="presOf" srcId="{BBB61DCB-64D7-402D-A81C-CA42A2C14487}" destId="{C7C72148-6B45-4285-9BCC-C211A5ABB7DC}" srcOrd="0" destOrd="4" presId="urn:microsoft.com/office/officeart/2005/8/layout/hList1"/>
    <dgm:cxn modelId="{AC9F7C4E-DA3B-4538-9AD8-8991A994527E}" srcId="{FA280508-5636-4228-9610-716ACB3CBE68}" destId="{DF6C4C96-38C8-4148-8A6F-F7F5D3FBF2B9}" srcOrd="0" destOrd="0" parTransId="{407AF1E1-DDB4-42E0-9894-CDDFC38F8396}" sibTransId="{326969CC-C196-402D-BCBE-2646CC3C11B1}"/>
    <dgm:cxn modelId="{2FBCCB0A-52C5-4BC5-B11A-0CEA74C2782D}" srcId="{6607AAAE-51CE-4BB3-9AFE-414B54E5B36A}" destId="{BF7C7241-9757-42C3-9D53-22455DDA0AAE}" srcOrd="1" destOrd="0" parTransId="{8C85E449-4F03-4EF2-A976-0AA37A5DB449}" sibTransId="{DC600166-4A7B-4AEC-A9E1-8C8C29A66426}"/>
    <dgm:cxn modelId="{21E60301-16E2-484B-B991-6A5CF295E766}" type="presOf" srcId="{BF7C7241-9757-42C3-9D53-22455DDA0AAE}" destId="{7AB2139E-2D0F-4A36-BE1D-C94B367A2D8D}" srcOrd="0" destOrd="7" presId="urn:microsoft.com/office/officeart/2005/8/layout/hList1"/>
    <dgm:cxn modelId="{032C2EF0-E3A3-444C-A93F-0AA3F9DA0F21}" type="presOf" srcId="{7C6C2CE1-5ED2-43F4-B092-CB0970BE5AE6}" destId="{7AB2139E-2D0F-4A36-BE1D-C94B367A2D8D}" srcOrd="0" destOrd="3" presId="urn:microsoft.com/office/officeart/2005/8/layout/hList1"/>
    <dgm:cxn modelId="{984C6BF0-4F63-4D56-A330-5CEDF3BEA260}" type="presOf" srcId="{8BD0CCAF-7861-46C4-B507-7C99D27FD136}" destId="{50E94BAE-30A9-4611-ABB9-9AC550526E69}" srcOrd="0" destOrd="0" presId="urn:microsoft.com/office/officeart/2005/8/layout/hList1"/>
    <dgm:cxn modelId="{02A8A924-EF96-42EF-918E-C2361B0B8A5C}" type="presOf" srcId="{B2CCA933-602A-4915-AC19-530909AAB30B}" destId="{7AB2139E-2D0F-4A36-BE1D-C94B367A2D8D}" srcOrd="0" destOrd="6" presId="urn:microsoft.com/office/officeart/2005/8/layout/hList1"/>
    <dgm:cxn modelId="{6BF2C8CA-F85B-401F-9F73-049CD269B586}" srcId="{D9F7218F-108F-4780-97E8-02EB456634DE}" destId="{E8C1ED6A-5A35-4893-A76E-F5218933741C}" srcOrd="1" destOrd="0" parTransId="{5CD9098E-316F-4912-BD0A-F72EAB9612D1}" sibTransId="{E60216FD-E156-4DC3-9AD6-FD9FC39B489D}"/>
    <dgm:cxn modelId="{C81414E8-4FA7-438C-BFC5-4172D65EC22F}" srcId="{D9F7218F-108F-4780-97E8-02EB456634DE}" destId="{AE0E3B59-5BF0-477C-B715-89D41BF15757}" srcOrd="0" destOrd="0" parTransId="{1C130998-1C03-4164-A92B-9403F18A5F46}" sibTransId="{E1790A91-6523-4387-AECF-2EC23B059C33}"/>
    <dgm:cxn modelId="{58DCED40-0F55-4743-8FFD-43E8BAD26608}" type="presOf" srcId="{58300302-8125-4723-BAB6-2899192DA0CB}" destId="{ACA95356-BDE4-4E83-8E6E-744C9950A7C6}" srcOrd="0" destOrd="0" presId="urn:microsoft.com/office/officeart/2005/8/layout/hList1"/>
    <dgm:cxn modelId="{AD287D8A-EC6F-4825-9EFC-8371E1243C05}" srcId="{4887B29E-8F87-492F-8989-E02A3E3F1635}" destId="{E8B52B34-6DF9-4EDB-BAA4-C868CDFF7AF9}" srcOrd="1" destOrd="0" parTransId="{7A06DE00-D324-4F5A-BF4C-075E0F4BE475}" sibTransId="{14608FF4-9EDD-41E3-A1DF-29E4D3464527}"/>
    <dgm:cxn modelId="{EFE203D9-FE02-4E42-AF0B-58E4A0F560E3}" type="presOf" srcId="{E4CDC6B6-D3BA-4997-A6FD-41B2C8EC90C3}" destId="{7AB2139E-2D0F-4A36-BE1D-C94B367A2D8D}" srcOrd="0" destOrd="8" presId="urn:microsoft.com/office/officeart/2005/8/layout/hList1"/>
    <dgm:cxn modelId="{207A1E9E-9492-41D5-B2D0-9421373D6DF9}" srcId="{22062808-8E4D-4006-8679-51EF0FFA3E9F}" destId="{CE690023-9039-4854-82A7-44FD2484E737}" srcOrd="1" destOrd="0" parTransId="{32A4BDC1-946F-45F8-8B3D-785E3F82A9EA}" sibTransId="{F50F807F-BC1E-4E07-92A0-E6D9F1AB632D}"/>
    <dgm:cxn modelId="{93965E20-2D1A-4A38-BE91-86259D4D9BDB}" srcId="{6607AAAE-51CE-4BB3-9AFE-414B54E5B36A}" destId="{B2CCA933-602A-4915-AC19-530909AAB30B}" srcOrd="0" destOrd="0" parTransId="{B8BC4761-4A8F-48CE-854B-8959700AB7B6}" sibTransId="{A5FDB77E-1308-41B3-A6A5-74FF41889A0F}"/>
    <dgm:cxn modelId="{ED52AD45-3FCC-4AB4-87CF-2ABB94085541}" srcId="{8BD0CCAF-7861-46C4-B507-7C99D27FD136}" destId="{FA280508-5636-4228-9610-716ACB3CBE68}" srcOrd="3" destOrd="0" parTransId="{F274E1DE-63F6-41B6-8978-823F894BBC68}" sibTransId="{70030AAF-55A3-467F-AE86-34324DA6D344}"/>
    <dgm:cxn modelId="{FEFD62A2-5798-45FB-8EA9-D61E35684882}" type="presOf" srcId="{DF6C4C96-38C8-4148-8A6F-F7F5D3FBF2B9}" destId="{C06C13F0-E76A-40B6-B595-BFF8E9FAE674}" srcOrd="0" destOrd="0" presId="urn:microsoft.com/office/officeart/2005/8/layout/hList1"/>
    <dgm:cxn modelId="{2794411D-88F4-4202-B1BF-96CE2FC76871}" type="presOf" srcId="{354BE263-1077-486E-9907-E9630E5E9AE1}" destId="{C7C72148-6B45-4285-9BCC-C211A5ABB7DC}" srcOrd="0" destOrd="3" presId="urn:microsoft.com/office/officeart/2005/8/layout/hList1"/>
    <dgm:cxn modelId="{D27E4367-6F3E-4A61-A337-E8BCDC7F4F14}" srcId="{4887B29E-8F87-492F-8989-E02A3E3F1635}" destId="{8D80C9B0-D8AC-405D-8843-0F4F010F1CEE}" srcOrd="4" destOrd="0" parTransId="{DA61AB95-637B-4467-906B-4C823109E6EC}" sibTransId="{A51EC5C5-80AE-4C35-BBDD-F524C240636A}"/>
    <dgm:cxn modelId="{426A21B5-99A8-4495-BE0C-FBD74293815D}" type="presOf" srcId="{E8B52B34-6DF9-4EDB-BAA4-C868CDFF7AF9}" destId="{C7C72148-6B45-4285-9BCC-C211A5ABB7DC}" srcOrd="0" destOrd="2" presId="urn:microsoft.com/office/officeart/2005/8/layout/hList1"/>
    <dgm:cxn modelId="{4A95F273-FD80-4144-BD0A-81317F569FE0}" type="presOf" srcId="{6BF8E4BB-F058-4F10-AB30-86AAB8DDA255}" destId="{C06C13F0-E76A-40B6-B595-BFF8E9FAE674}" srcOrd="0" destOrd="1" presId="urn:microsoft.com/office/officeart/2005/8/layout/hList1"/>
    <dgm:cxn modelId="{8E0FE33B-9F77-424D-BF57-998EDE83C34F}" srcId="{FA280508-5636-4228-9610-716ACB3CBE68}" destId="{6BF8E4BB-F058-4F10-AB30-86AAB8DDA255}" srcOrd="1" destOrd="0" parTransId="{C9030F1B-2A29-427A-BA07-29648D15095C}" sibTransId="{32A30694-4890-4BFC-9807-65E25731DDCE}"/>
    <dgm:cxn modelId="{31C27B9F-985F-4D70-A53B-8E9B651ED292}" srcId="{58300302-8125-4723-BAB6-2899192DA0CB}" destId="{6607AAAE-51CE-4BB3-9AFE-414B54E5B36A}" srcOrd="3" destOrd="0" parTransId="{81A93D27-B573-4630-8A74-A3D35341DBC1}" sibTransId="{37D616DF-1E62-47B9-A3F9-52F904A376E9}"/>
    <dgm:cxn modelId="{AD8A1595-3A41-436B-BC6A-70C235C39ACB}" srcId="{8BD0CCAF-7861-46C4-B507-7C99D27FD136}" destId="{22062808-8E4D-4006-8679-51EF0FFA3E9F}" srcOrd="0" destOrd="0" parTransId="{D765265D-8F80-406C-B81D-2C4639FBE499}" sibTransId="{02D8E8F5-D8F6-4A7A-BB7B-9770E0CC63F4}"/>
    <dgm:cxn modelId="{B0A87981-80D1-452D-B0B7-AB6A0FBDC678}" srcId="{22062808-8E4D-4006-8679-51EF0FFA3E9F}" destId="{4887B29E-8F87-492F-8989-E02A3E3F1635}" srcOrd="0" destOrd="0" parTransId="{B5545F4E-FDC4-43E7-90A4-B91170B80F00}" sibTransId="{7F117703-B181-45C9-A00C-995D7D421F56}"/>
    <dgm:cxn modelId="{CBE41654-3679-4739-8F21-1F4E64D06D30}" srcId="{4887B29E-8F87-492F-8989-E02A3E3F1635}" destId="{354BE263-1077-486E-9907-E9630E5E9AE1}" srcOrd="2" destOrd="0" parTransId="{75C62500-0A7F-4A5F-8661-F96D82784552}" sibTransId="{0E8AEC10-5346-458F-824E-793A604B6C2F}"/>
    <dgm:cxn modelId="{4FF9A1AB-68C7-423E-96DD-B450AB1EB52E}" srcId="{4887B29E-8F87-492F-8989-E02A3E3F1635}" destId="{BBB61DCB-64D7-402D-A81C-CA42A2C14487}" srcOrd="3" destOrd="0" parTransId="{3A54FD0B-C094-49BB-A307-7DEF2906BF5B}" sibTransId="{B0FA6315-2673-4CB4-899F-86EC53504857}"/>
    <dgm:cxn modelId="{E96A9EB0-C8C9-4FDA-A064-850908B0F73C}" srcId="{D6F14941-4478-46D7-8C72-0BCFB98B6DC4}" destId="{93FFD36B-F548-4311-88C2-7AF7FE3A2C58}" srcOrd="1" destOrd="0" parTransId="{3ED366D1-8C6B-4A7E-920D-E9D6401CE48B}" sibTransId="{7C64B117-AF80-48EF-89AA-928F503CD7C7}"/>
    <dgm:cxn modelId="{5E651FE0-2CED-4E32-80A4-88F7C1838C0C}" type="presOf" srcId="{93FFD36B-F548-4311-88C2-7AF7FE3A2C58}" destId="{7AB2139E-2D0F-4A36-BE1D-C94B367A2D8D}" srcOrd="0" destOrd="2" presId="urn:microsoft.com/office/officeart/2005/8/layout/hList1"/>
    <dgm:cxn modelId="{BF23FE94-8F8D-4FF1-AD02-D932DE91CF0B}" type="presParOf" srcId="{50E94BAE-30A9-4611-ABB9-9AC550526E69}" destId="{CDFC36D3-6B0E-4D16-A7E0-22AABA7A4818}" srcOrd="0" destOrd="0" presId="urn:microsoft.com/office/officeart/2005/8/layout/hList1"/>
    <dgm:cxn modelId="{68135FCA-A5D4-41B5-B41D-F5C7CF4357A9}" type="presParOf" srcId="{CDFC36D3-6B0E-4D16-A7E0-22AABA7A4818}" destId="{6F37C80E-180C-4E67-8962-3D674F4215E3}" srcOrd="0" destOrd="0" presId="urn:microsoft.com/office/officeart/2005/8/layout/hList1"/>
    <dgm:cxn modelId="{693EBE67-A79F-46D5-BD72-B54154D0DA21}" type="presParOf" srcId="{CDFC36D3-6B0E-4D16-A7E0-22AABA7A4818}" destId="{C7C72148-6B45-4285-9BCC-C211A5ABB7DC}" srcOrd="1" destOrd="0" presId="urn:microsoft.com/office/officeart/2005/8/layout/hList1"/>
    <dgm:cxn modelId="{D502AB07-553E-44B9-9452-36B29B5ECB1B}" type="presParOf" srcId="{50E94BAE-30A9-4611-ABB9-9AC550526E69}" destId="{5704611A-7CF9-47A2-8262-C091FF100B9E}" srcOrd="1" destOrd="0" presId="urn:microsoft.com/office/officeart/2005/8/layout/hList1"/>
    <dgm:cxn modelId="{2F694B2C-0DD5-471C-9682-15BCD9C5144E}" type="presParOf" srcId="{50E94BAE-30A9-4611-ABB9-9AC550526E69}" destId="{802C74A9-5A1C-4784-B6BA-4D2025C680E3}" srcOrd="2" destOrd="0" presId="urn:microsoft.com/office/officeart/2005/8/layout/hList1"/>
    <dgm:cxn modelId="{53965341-F2A9-401E-B475-3724B0C53EF9}" type="presParOf" srcId="{802C74A9-5A1C-4784-B6BA-4D2025C680E3}" destId="{ACA95356-BDE4-4E83-8E6E-744C9950A7C6}" srcOrd="0" destOrd="0" presId="urn:microsoft.com/office/officeart/2005/8/layout/hList1"/>
    <dgm:cxn modelId="{4562E6B8-3333-4FF2-9AEF-BB10C34ADEF6}" type="presParOf" srcId="{802C74A9-5A1C-4784-B6BA-4D2025C680E3}" destId="{7AB2139E-2D0F-4A36-BE1D-C94B367A2D8D}" srcOrd="1" destOrd="0" presId="urn:microsoft.com/office/officeart/2005/8/layout/hList1"/>
    <dgm:cxn modelId="{0F0A5EE7-5CF4-4AA7-86BE-A7AE591F3E4E}" type="presParOf" srcId="{50E94BAE-30A9-4611-ABB9-9AC550526E69}" destId="{B29AEF9D-7CF9-44E0-846F-B32848DB32C9}" srcOrd="3" destOrd="0" presId="urn:microsoft.com/office/officeart/2005/8/layout/hList1"/>
    <dgm:cxn modelId="{6AE2CBB9-7BAF-4D0D-BEC9-65AD61C2BBFF}" type="presParOf" srcId="{50E94BAE-30A9-4611-ABB9-9AC550526E69}" destId="{6DE19566-AB5A-4401-87A0-477E40554B0A}" srcOrd="4" destOrd="0" presId="urn:microsoft.com/office/officeart/2005/8/layout/hList1"/>
    <dgm:cxn modelId="{5C25AD03-CA47-4FAA-A74B-F90FF8C9536B}" type="presParOf" srcId="{6DE19566-AB5A-4401-87A0-477E40554B0A}" destId="{ED713D96-BE65-4047-AA01-6BA94D32BA76}" srcOrd="0" destOrd="0" presId="urn:microsoft.com/office/officeart/2005/8/layout/hList1"/>
    <dgm:cxn modelId="{313D741D-24A3-4A40-9266-09ED5EE8FA07}" type="presParOf" srcId="{6DE19566-AB5A-4401-87A0-477E40554B0A}" destId="{53F3C498-EDCA-47E3-AA37-5FEA49D390F5}" srcOrd="1" destOrd="0" presId="urn:microsoft.com/office/officeart/2005/8/layout/hList1"/>
    <dgm:cxn modelId="{966BC262-E154-43FF-B29C-5684AD62CC04}" type="presParOf" srcId="{50E94BAE-30A9-4611-ABB9-9AC550526E69}" destId="{ADD50FB8-F981-40DA-8658-2C65AA21DA1D}" srcOrd="5" destOrd="0" presId="urn:microsoft.com/office/officeart/2005/8/layout/hList1"/>
    <dgm:cxn modelId="{A96F38BF-1838-4DC2-939B-1D8BFBB57E86}" type="presParOf" srcId="{50E94BAE-30A9-4611-ABB9-9AC550526E69}" destId="{42FFF6A1-FFE5-40B4-AE23-2004DFA8A04A}" srcOrd="6" destOrd="0" presId="urn:microsoft.com/office/officeart/2005/8/layout/hList1"/>
    <dgm:cxn modelId="{2ACF1089-A0E4-4274-987C-672516780D5A}" type="presParOf" srcId="{42FFF6A1-FFE5-40B4-AE23-2004DFA8A04A}" destId="{47CF5412-BD95-4ACA-8B5A-AB7E09195C3D}" srcOrd="0" destOrd="0" presId="urn:microsoft.com/office/officeart/2005/8/layout/hList1"/>
    <dgm:cxn modelId="{098774E5-07C4-4F97-A720-12FCFE7294BD}" type="presParOf" srcId="{42FFF6A1-FFE5-40B4-AE23-2004DFA8A04A}" destId="{C06C13F0-E76A-40B6-B595-BFF8E9FAE67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37C80E-180C-4E67-8962-3D674F4215E3}">
      <dsp:nvSpPr>
        <dsp:cNvPr id="0" name=""/>
        <dsp:cNvSpPr/>
      </dsp:nvSpPr>
      <dsp:spPr>
        <a:xfrm>
          <a:off x="2778" y="300823"/>
          <a:ext cx="2526237" cy="101049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IN" sz="2400" b="1" kern="1200"/>
            <a:t>1. Execution</a:t>
          </a:r>
        </a:p>
      </dsp:txBody>
      <dsp:txXfrm>
        <a:off x="2778" y="300823"/>
        <a:ext cx="2526237" cy="1010495"/>
      </dsp:txXfrm>
    </dsp:sp>
    <dsp:sp modelId="{C7C72148-6B45-4285-9BCC-C211A5ABB7DC}">
      <dsp:nvSpPr>
        <dsp:cNvPr id="0" name=""/>
        <dsp:cNvSpPr/>
      </dsp:nvSpPr>
      <dsp:spPr>
        <a:xfrm>
          <a:off x="2778" y="1311318"/>
          <a:ext cx="2526237" cy="4014562"/>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IN" sz="2000" b="1" kern="1200"/>
            <a:t>Jal Rekha</a:t>
          </a:r>
        </a:p>
        <a:p>
          <a:pPr marL="457200" lvl="2" indent="-228600" algn="l" defTabSz="889000">
            <a:lnSpc>
              <a:spcPct val="90000"/>
            </a:lnSpc>
            <a:spcBef>
              <a:spcPct val="0"/>
            </a:spcBef>
            <a:spcAft>
              <a:spcPct val="15000"/>
            </a:spcAft>
            <a:buChar char="••"/>
          </a:pPr>
          <a:r>
            <a:rPr lang="en-IN" sz="2000" kern="1200" dirty="0"/>
            <a:t>Asset Mapping (</a:t>
          </a:r>
          <a:r>
            <a:rPr lang="en-IN" sz="1600" kern="1200" dirty="0"/>
            <a:t>OHTs, Intake etc</a:t>
          </a:r>
          <a:r>
            <a:rPr lang="en-IN" sz="2000" kern="1200" dirty="0"/>
            <a:t>)</a:t>
          </a:r>
        </a:p>
        <a:p>
          <a:pPr marL="457200" lvl="2" indent="-228600" algn="l" defTabSz="889000">
            <a:lnSpc>
              <a:spcPct val="90000"/>
            </a:lnSpc>
            <a:spcBef>
              <a:spcPct val="0"/>
            </a:spcBef>
            <a:spcAft>
              <a:spcPct val="15000"/>
            </a:spcAft>
            <a:buChar char="••"/>
          </a:pPr>
          <a:r>
            <a:rPr lang="en-IN" sz="2000" kern="1200" dirty="0" err="1"/>
            <a:t>Anushravan</a:t>
          </a:r>
          <a:r>
            <a:rPr lang="en-IN" sz="2000" kern="1200" dirty="0"/>
            <a:t> (</a:t>
          </a:r>
          <a:r>
            <a:rPr lang="en-IN" sz="1600" kern="1200" dirty="0"/>
            <a:t>RFIs</a:t>
          </a:r>
          <a:r>
            <a:rPr lang="en-IN" sz="2000" kern="1200" dirty="0"/>
            <a:t>)</a:t>
          </a:r>
        </a:p>
        <a:p>
          <a:pPr marL="457200" lvl="2" indent="-228600" algn="l" defTabSz="889000">
            <a:lnSpc>
              <a:spcPct val="90000"/>
            </a:lnSpc>
            <a:spcBef>
              <a:spcPct val="0"/>
            </a:spcBef>
            <a:spcAft>
              <a:spcPct val="15000"/>
            </a:spcAft>
            <a:buChar char="••"/>
          </a:pPr>
          <a:r>
            <a:rPr lang="en-IN" sz="2000" kern="1200" dirty="0" err="1"/>
            <a:t>Sahbhagita</a:t>
          </a:r>
          <a:r>
            <a:rPr lang="en-IN" sz="2000" kern="1200" dirty="0"/>
            <a:t> (</a:t>
          </a:r>
          <a:r>
            <a:rPr lang="en-IN" sz="1600" kern="1200" dirty="0"/>
            <a:t>ISAs</a:t>
          </a:r>
          <a:r>
            <a:rPr lang="en-IN" sz="2000" kern="1200" dirty="0"/>
            <a:t>)</a:t>
          </a:r>
        </a:p>
        <a:p>
          <a:pPr marL="457200" lvl="2" indent="-228600" algn="l" defTabSz="889000">
            <a:lnSpc>
              <a:spcPct val="90000"/>
            </a:lnSpc>
            <a:spcBef>
              <a:spcPct val="0"/>
            </a:spcBef>
            <a:spcAft>
              <a:spcPct val="15000"/>
            </a:spcAft>
            <a:buChar char="••"/>
          </a:pPr>
          <a:r>
            <a:rPr lang="en-IN" sz="2000" kern="1200" dirty="0"/>
            <a:t>Sopan</a:t>
          </a:r>
        </a:p>
        <a:p>
          <a:pPr marL="457200" lvl="2" indent="-228600" algn="l" defTabSz="889000">
            <a:lnSpc>
              <a:spcPct val="90000"/>
            </a:lnSpc>
            <a:spcBef>
              <a:spcPct val="0"/>
            </a:spcBef>
            <a:spcAft>
              <a:spcPct val="15000"/>
            </a:spcAft>
            <a:buChar char="••"/>
          </a:pPr>
          <a:r>
            <a:rPr lang="en-IN" sz="2000" kern="1200" dirty="0" smtClean="0"/>
            <a:t>FHTC</a:t>
          </a:r>
          <a:endParaRPr lang="en-IN" sz="2000" kern="1200" dirty="0"/>
        </a:p>
        <a:p>
          <a:pPr marL="228600" lvl="1" indent="-228600" algn="l" defTabSz="889000">
            <a:lnSpc>
              <a:spcPct val="90000"/>
            </a:lnSpc>
            <a:spcBef>
              <a:spcPct val="0"/>
            </a:spcBef>
            <a:spcAft>
              <a:spcPct val="15000"/>
            </a:spcAft>
            <a:buChar char="••"/>
          </a:pPr>
          <a:r>
            <a:rPr lang="en-IN" sz="2000" b="1" kern="1200" dirty="0" err="1"/>
            <a:t>ePraman</a:t>
          </a:r>
          <a:r>
            <a:rPr lang="en-IN" sz="2000" b="1" kern="1200" dirty="0"/>
            <a:t> (</a:t>
          </a:r>
          <a:r>
            <a:rPr lang="en-IN" sz="2000" b="1" kern="1200" dirty="0" err="1"/>
            <a:t>eMB</a:t>
          </a:r>
          <a:r>
            <a:rPr lang="en-IN" sz="2000" b="1" kern="1200" dirty="0"/>
            <a:t>)</a:t>
          </a:r>
        </a:p>
      </dsp:txBody>
      <dsp:txXfrm>
        <a:off x="2778" y="1311318"/>
        <a:ext cx="2526237" cy="4014562"/>
      </dsp:txXfrm>
    </dsp:sp>
    <dsp:sp modelId="{ACA95356-BDE4-4E83-8E6E-744C9950A7C6}">
      <dsp:nvSpPr>
        <dsp:cNvPr id="0" name=""/>
        <dsp:cNvSpPr/>
      </dsp:nvSpPr>
      <dsp:spPr>
        <a:xfrm>
          <a:off x="2882690" y="300823"/>
          <a:ext cx="2839137" cy="101049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IN" sz="2400" b="1" kern="1200"/>
            <a:t>2. O&amp;M</a:t>
          </a:r>
        </a:p>
      </dsp:txBody>
      <dsp:txXfrm>
        <a:off x="2882690" y="300823"/>
        <a:ext cx="2839137" cy="1010495"/>
      </dsp:txXfrm>
    </dsp:sp>
    <dsp:sp modelId="{7AB2139E-2D0F-4A36-BE1D-C94B367A2D8D}">
      <dsp:nvSpPr>
        <dsp:cNvPr id="0" name=""/>
        <dsp:cNvSpPr/>
      </dsp:nvSpPr>
      <dsp:spPr>
        <a:xfrm>
          <a:off x="2882690" y="1311318"/>
          <a:ext cx="2839137" cy="4014562"/>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IN" sz="2000" b="1" kern="1200"/>
            <a:t>Jal Rekha</a:t>
          </a:r>
        </a:p>
        <a:p>
          <a:pPr marL="457200" lvl="2" indent="-228600" algn="l" defTabSz="889000">
            <a:lnSpc>
              <a:spcPct val="90000"/>
            </a:lnSpc>
            <a:spcBef>
              <a:spcPct val="0"/>
            </a:spcBef>
            <a:spcAft>
              <a:spcPct val="15000"/>
            </a:spcAft>
            <a:buChar char="••"/>
          </a:pPr>
          <a:r>
            <a:rPr lang="en-IN" sz="2000" kern="1200" dirty="0"/>
            <a:t>Dhara (</a:t>
          </a:r>
          <a:r>
            <a:rPr lang="en-IN" sz="1600" kern="1200" dirty="0"/>
            <a:t>Water Quantity</a:t>
          </a:r>
          <a:r>
            <a:rPr lang="en-IN" sz="2000" kern="1200" dirty="0"/>
            <a:t>)</a:t>
          </a:r>
        </a:p>
        <a:p>
          <a:pPr marL="457200" lvl="2" indent="-228600" algn="l" defTabSz="889000">
            <a:lnSpc>
              <a:spcPct val="90000"/>
            </a:lnSpc>
            <a:spcBef>
              <a:spcPct val="0"/>
            </a:spcBef>
            <a:spcAft>
              <a:spcPct val="15000"/>
            </a:spcAft>
            <a:buChar char="••"/>
          </a:pPr>
          <a:r>
            <a:rPr lang="en-IN" sz="2000" kern="1200" dirty="0"/>
            <a:t>Nirmal (</a:t>
          </a:r>
          <a:r>
            <a:rPr lang="en-IN" sz="1600" kern="1200" dirty="0"/>
            <a:t>Water Quality</a:t>
          </a:r>
          <a:r>
            <a:rPr lang="en-IN" sz="2000" kern="1200" dirty="0"/>
            <a:t>)</a:t>
          </a:r>
        </a:p>
        <a:p>
          <a:pPr marL="228600" lvl="1" indent="-228600" algn="l" defTabSz="889000">
            <a:lnSpc>
              <a:spcPct val="90000"/>
            </a:lnSpc>
            <a:spcBef>
              <a:spcPct val="0"/>
            </a:spcBef>
            <a:spcAft>
              <a:spcPct val="15000"/>
            </a:spcAft>
            <a:buChar char="••"/>
          </a:pPr>
          <a:r>
            <a:rPr lang="en-IN" sz="2000" b="1" kern="1200"/>
            <a:t>Jal Samadhan</a:t>
          </a:r>
        </a:p>
        <a:p>
          <a:pPr marL="228600" lvl="1" indent="-228600" algn="l" defTabSz="889000">
            <a:lnSpc>
              <a:spcPct val="90000"/>
            </a:lnSpc>
            <a:spcBef>
              <a:spcPct val="0"/>
            </a:spcBef>
            <a:spcAft>
              <a:spcPct val="15000"/>
            </a:spcAft>
            <a:buChar char="••"/>
          </a:pPr>
          <a:r>
            <a:rPr lang="en-IN" sz="2000" b="1" kern="1200"/>
            <a:t>Bharosa</a:t>
          </a:r>
        </a:p>
        <a:p>
          <a:pPr marL="228600" lvl="1" indent="-228600" algn="l" defTabSz="889000">
            <a:lnSpc>
              <a:spcPct val="90000"/>
            </a:lnSpc>
            <a:spcBef>
              <a:spcPct val="0"/>
            </a:spcBef>
            <a:spcAft>
              <a:spcPct val="15000"/>
            </a:spcAft>
            <a:buChar char="••"/>
          </a:pPr>
          <a:r>
            <a:rPr lang="en-IN" sz="2000" b="1" kern="1200"/>
            <a:t>Panchayat Darpan</a:t>
          </a:r>
        </a:p>
        <a:p>
          <a:pPr marL="457200" lvl="2" indent="-228600" algn="l" defTabSz="889000">
            <a:lnSpc>
              <a:spcPct val="90000"/>
            </a:lnSpc>
            <a:spcBef>
              <a:spcPct val="0"/>
            </a:spcBef>
            <a:spcAft>
              <a:spcPct val="15000"/>
            </a:spcAft>
            <a:buChar char="••"/>
          </a:pPr>
          <a:r>
            <a:rPr lang="en-IN" sz="2000" kern="1200"/>
            <a:t>Bulk Water Charges  from GPs</a:t>
          </a:r>
        </a:p>
        <a:p>
          <a:pPr marL="457200" lvl="2" indent="-228600" algn="l" defTabSz="889000">
            <a:lnSpc>
              <a:spcPct val="90000"/>
            </a:lnSpc>
            <a:spcBef>
              <a:spcPct val="0"/>
            </a:spcBef>
            <a:spcAft>
              <a:spcPct val="15000"/>
            </a:spcAft>
            <a:buChar char="••"/>
          </a:pPr>
          <a:r>
            <a:rPr lang="en-IN" sz="2000" kern="1200" dirty="0"/>
            <a:t>Water User Charges from Citizens</a:t>
          </a:r>
        </a:p>
        <a:p>
          <a:pPr marL="228600" lvl="1" indent="-228600" algn="l" defTabSz="889000">
            <a:lnSpc>
              <a:spcPct val="90000"/>
            </a:lnSpc>
            <a:spcBef>
              <a:spcPct val="0"/>
            </a:spcBef>
            <a:spcAft>
              <a:spcPct val="15000"/>
            </a:spcAft>
            <a:buChar char="••"/>
          </a:pPr>
          <a:r>
            <a:rPr lang="en-IN" sz="2000" b="1" kern="1200" dirty="0" smtClean="0"/>
            <a:t>O&amp;M Billing  (GM &amp; Contractor Modules)</a:t>
          </a:r>
          <a:endParaRPr lang="en-IN" sz="2000" b="1" kern="1200" dirty="0"/>
        </a:p>
      </dsp:txBody>
      <dsp:txXfrm>
        <a:off x="2882690" y="1311318"/>
        <a:ext cx="2839137" cy="4014562"/>
      </dsp:txXfrm>
    </dsp:sp>
    <dsp:sp modelId="{ED713D96-BE65-4047-AA01-6BA94D32BA76}">
      <dsp:nvSpPr>
        <dsp:cNvPr id="0" name=""/>
        <dsp:cNvSpPr/>
      </dsp:nvSpPr>
      <dsp:spPr>
        <a:xfrm>
          <a:off x="6075501" y="300823"/>
          <a:ext cx="2526237" cy="101049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IN" sz="2400" b="1" kern="1200"/>
            <a:t>3. Personnel </a:t>
          </a:r>
        </a:p>
        <a:p>
          <a:pPr lvl="0" algn="ctr" defTabSz="1066800">
            <a:lnSpc>
              <a:spcPct val="90000"/>
            </a:lnSpc>
            <a:spcBef>
              <a:spcPct val="0"/>
            </a:spcBef>
            <a:spcAft>
              <a:spcPct val="35000"/>
            </a:spcAft>
          </a:pPr>
          <a:r>
            <a:rPr lang="en-IN" sz="2400" b="1" kern="1200"/>
            <a:t>(HR Mgmt.)</a:t>
          </a:r>
        </a:p>
      </dsp:txBody>
      <dsp:txXfrm>
        <a:off x="6075501" y="300823"/>
        <a:ext cx="2526237" cy="1010495"/>
      </dsp:txXfrm>
    </dsp:sp>
    <dsp:sp modelId="{53F3C498-EDCA-47E3-AA37-5FEA49D390F5}">
      <dsp:nvSpPr>
        <dsp:cNvPr id="0" name=""/>
        <dsp:cNvSpPr/>
      </dsp:nvSpPr>
      <dsp:spPr>
        <a:xfrm>
          <a:off x="6075501" y="1311318"/>
          <a:ext cx="2526237" cy="4014562"/>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IN" sz="2000" b="1" kern="1200" dirty="0" err="1"/>
            <a:t>ePrabandhan</a:t>
          </a:r>
          <a:endParaRPr lang="en-IN" sz="2000" b="1" kern="1200" dirty="0"/>
        </a:p>
        <a:p>
          <a:pPr marL="228600" lvl="1" indent="-228600" algn="l" defTabSz="889000">
            <a:lnSpc>
              <a:spcPct val="90000"/>
            </a:lnSpc>
            <a:spcBef>
              <a:spcPct val="0"/>
            </a:spcBef>
            <a:spcAft>
              <a:spcPct val="15000"/>
            </a:spcAft>
            <a:buChar char="••"/>
          </a:pPr>
          <a:r>
            <a:rPr lang="en-IN" sz="2000" b="1" kern="1200" dirty="0"/>
            <a:t>SARTHAK</a:t>
          </a:r>
        </a:p>
      </dsp:txBody>
      <dsp:txXfrm>
        <a:off x="6075501" y="1311318"/>
        <a:ext cx="2526237" cy="4014562"/>
      </dsp:txXfrm>
    </dsp:sp>
    <dsp:sp modelId="{47CF5412-BD95-4ACA-8B5A-AB7E09195C3D}">
      <dsp:nvSpPr>
        <dsp:cNvPr id="0" name=""/>
        <dsp:cNvSpPr/>
      </dsp:nvSpPr>
      <dsp:spPr>
        <a:xfrm>
          <a:off x="8955412" y="300823"/>
          <a:ext cx="2526237" cy="101049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IN" sz="2400" b="1" kern="1200"/>
            <a:t>4. General</a:t>
          </a:r>
        </a:p>
      </dsp:txBody>
      <dsp:txXfrm>
        <a:off x="8955412" y="300823"/>
        <a:ext cx="2526237" cy="1010495"/>
      </dsp:txXfrm>
    </dsp:sp>
    <dsp:sp modelId="{C06C13F0-E76A-40B6-B595-BFF8E9FAE674}">
      <dsp:nvSpPr>
        <dsp:cNvPr id="0" name=""/>
        <dsp:cNvSpPr/>
      </dsp:nvSpPr>
      <dsp:spPr>
        <a:xfrm>
          <a:off x="8955412" y="1311318"/>
          <a:ext cx="2526237" cy="4014562"/>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IN" sz="2000" b="1" kern="1200"/>
            <a:t>Jal </a:t>
          </a:r>
          <a:r>
            <a:rPr lang="en-IN" sz="2000" b="1" kern="1200" err="1"/>
            <a:t>Samagra</a:t>
          </a:r>
          <a:endParaRPr lang="en-IN" sz="2000" b="1" kern="1200"/>
        </a:p>
        <a:p>
          <a:pPr marL="228600" lvl="1" indent="-228600" algn="l" defTabSz="889000">
            <a:lnSpc>
              <a:spcPct val="90000"/>
            </a:lnSpc>
            <a:spcBef>
              <a:spcPct val="0"/>
            </a:spcBef>
            <a:spcAft>
              <a:spcPct val="15000"/>
            </a:spcAft>
            <a:buChar char="••"/>
          </a:pPr>
          <a:r>
            <a:rPr lang="en-IN" sz="2000" b="1" kern="1200" dirty="0"/>
            <a:t>E-Office</a:t>
          </a:r>
        </a:p>
      </dsp:txBody>
      <dsp:txXfrm>
        <a:off x="8955412" y="1311318"/>
        <a:ext cx="2526237" cy="4014562"/>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8"/>
            <a:ext cx="3077739" cy="513508"/>
          </a:xfrm>
          <a:prstGeom prst="rect">
            <a:avLst/>
          </a:prstGeom>
        </p:spPr>
        <p:txBody>
          <a:bodyPr vert="horz" lIns="94699" tIns="47350" rIns="94699" bIns="47350" rtlCol="0"/>
          <a:lstStyle>
            <a:lvl1pPr algn="l">
              <a:defRPr sz="1200"/>
            </a:lvl1pPr>
          </a:lstStyle>
          <a:p>
            <a:endParaRPr lang="en-IN"/>
          </a:p>
        </p:txBody>
      </p:sp>
      <p:sp>
        <p:nvSpPr>
          <p:cNvPr id="3" name="Date Placeholder 2"/>
          <p:cNvSpPr>
            <a:spLocks noGrp="1"/>
          </p:cNvSpPr>
          <p:nvPr>
            <p:ph type="dt" idx="1"/>
          </p:nvPr>
        </p:nvSpPr>
        <p:spPr>
          <a:xfrm>
            <a:off x="4023094" y="8"/>
            <a:ext cx="3077739" cy="513508"/>
          </a:xfrm>
          <a:prstGeom prst="rect">
            <a:avLst/>
          </a:prstGeom>
        </p:spPr>
        <p:txBody>
          <a:bodyPr vert="horz" lIns="94699" tIns="47350" rIns="94699" bIns="47350" rtlCol="0"/>
          <a:lstStyle>
            <a:lvl1pPr algn="r">
              <a:defRPr sz="1200"/>
            </a:lvl1pPr>
          </a:lstStyle>
          <a:p>
            <a:fld id="{E73B7EAE-A438-4338-B26C-6D1B3734B133}" type="datetimeFigureOut">
              <a:rPr lang="en-IN" smtClean="0"/>
              <a:t>14-02-2026</a:t>
            </a:fld>
            <a:endParaRPr lang="en-IN"/>
          </a:p>
        </p:txBody>
      </p:sp>
      <p:sp>
        <p:nvSpPr>
          <p:cNvPr id="4" name="Slide Image Placeholder 3"/>
          <p:cNvSpPr>
            <a:spLocks noGrp="1" noRot="1" noChangeAspect="1"/>
          </p:cNvSpPr>
          <p:nvPr>
            <p:ph type="sldImg" idx="2"/>
          </p:nvPr>
        </p:nvSpPr>
        <p:spPr>
          <a:xfrm>
            <a:off x="479425" y="1279525"/>
            <a:ext cx="6143625" cy="3455988"/>
          </a:xfrm>
          <a:prstGeom prst="rect">
            <a:avLst/>
          </a:prstGeom>
          <a:noFill/>
          <a:ln w="12700">
            <a:solidFill>
              <a:prstClr val="black"/>
            </a:solidFill>
          </a:ln>
        </p:spPr>
        <p:txBody>
          <a:bodyPr vert="horz" lIns="94699" tIns="47350" rIns="94699" bIns="47350" rtlCol="0" anchor="ctr"/>
          <a:lstStyle/>
          <a:p>
            <a:endParaRPr lang="en-IN"/>
          </a:p>
        </p:txBody>
      </p:sp>
      <p:sp>
        <p:nvSpPr>
          <p:cNvPr id="5" name="Notes Placeholder 4"/>
          <p:cNvSpPr>
            <a:spLocks noGrp="1"/>
          </p:cNvSpPr>
          <p:nvPr>
            <p:ph type="body" sz="quarter" idx="3"/>
          </p:nvPr>
        </p:nvSpPr>
        <p:spPr>
          <a:xfrm>
            <a:off x="710248" y="4925411"/>
            <a:ext cx="5681980" cy="4029879"/>
          </a:xfrm>
          <a:prstGeom prst="rect">
            <a:avLst/>
          </a:prstGeom>
        </p:spPr>
        <p:txBody>
          <a:bodyPr vert="horz" lIns="94699" tIns="47350" rIns="94699" bIns="4735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3" y="9721108"/>
            <a:ext cx="3077739" cy="513507"/>
          </a:xfrm>
          <a:prstGeom prst="rect">
            <a:avLst/>
          </a:prstGeom>
        </p:spPr>
        <p:txBody>
          <a:bodyPr vert="horz" lIns="94699" tIns="47350" rIns="94699" bIns="47350" rtlCol="0" anchor="b"/>
          <a:lstStyle>
            <a:lvl1pPr algn="l">
              <a:defRPr sz="1200"/>
            </a:lvl1pPr>
          </a:lstStyle>
          <a:p>
            <a:endParaRPr lang="en-IN"/>
          </a:p>
        </p:txBody>
      </p:sp>
      <p:sp>
        <p:nvSpPr>
          <p:cNvPr id="7" name="Slide Number Placeholder 6"/>
          <p:cNvSpPr>
            <a:spLocks noGrp="1"/>
          </p:cNvSpPr>
          <p:nvPr>
            <p:ph type="sldNum" sz="quarter" idx="5"/>
          </p:nvPr>
        </p:nvSpPr>
        <p:spPr>
          <a:xfrm>
            <a:off x="4023094" y="9721108"/>
            <a:ext cx="3077739" cy="513507"/>
          </a:xfrm>
          <a:prstGeom prst="rect">
            <a:avLst/>
          </a:prstGeom>
        </p:spPr>
        <p:txBody>
          <a:bodyPr vert="horz" lIns="94699" tIns="47350" rIns="94699" bIns="47350" rtlCol="0" anchor="b"/>
          <a:lstStyle>
            <a:lvl1pPr algn="r">
              <a:defRPr sz="1200"/>
            </a:lvl1pPr>
          </a:lstStyle>
          <a:p>
            <a:fld id="{98760BA9-200D-4D85-B7FE-48D300FCD901}" type="slidenum">
              <a:rPr lang="en-IN" smtClean="0"/>
              <a:t>‹#›</a:t>
            </a:fld>
            <a:endParaRPr lang="en-IN"/>
          </a:p>
        </p:txBody>
      </p:sp>
    </p:spTree>
    <p:extLst>
      <p:ext uri="{BB962C8B-B14F-4D97-AF65-F5344CB8AC3E}">
        <p14:creationId xmlns:p14="http://schemas.microsoft.com/office/powerpoint/2010/main" val="3684979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01600" y="750888"/>
            <a:ext cx="6683375" cy="3759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8658" y="4758894"/>
            <a:ext cx="5509260" cy="4508421"/>
          </a:xfrm>
          <a:prstGeom prst="rect">
            <a:avLst/>
          </a:prstGeom>
          <a:noFill/>
          <a:ln>
            <a:noFill/>
          </a:ln>
        </p:spPr>
        <p:txBody>
          <a:bodyPr spcFirstLastPara="1" wrap="square" lIns="93036" tIns="93036" rIns="93036" bIns="93036" anchor="t" anchorCtr="0">
            <a:noAutofit/>
          </a:bodyPr>
          <a:lstStyle/>
          <a:p>
            <a:pPr marL="465261" indent="-232631">
              <a:buSzPts val="1100"/>
            </a:pPr>
            <a:endParaRPr/>
          </a:p>
        </p:txBody>
      </p:sp>
    </p:spTree>
    <p:extLst>
      <p:ext uri="{BB962C8B-B14F-4D97-AF65-F5344CB8AC3E}">
        <p14:creationId xmlns:p14="http://schemas.microsoft.com/office/powerpoint/2010/main" val="3492593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38113" y="766763"/>
            <a:ext cx="6826250" cy="38401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710248" y="4861443"/>
            <a:ext cx="5681980" cy="4605576"/>
          </a:xfrm>
          <a:prstGeom prst="rect">
            <a:avLst/>
          </a:prstGeom>
          <a:noFill/>
          <a:ln>
            <a:noFill/>
          </a:ln>
        </p:spPr>
        <p:txBody>
          <a:bodyPr spcFirstLastPara="1" wrap="square" lIns="95460" tIns="95460" rIns="95460" bIns="95460" anchor="t" anchorCtr="0">
            <a:noAutofit/>
          </a:bodyPr>
          <a:lstStyle/>
          <a:p>
            <a:pPr marL="477380" indent="-238690">
              <a:buSzPts val="1100"/>
            </a:pPr>
            <a:endParaRPr/>
          </a:p>
        </p:txBody>
      </p:sp>
    </p:spTree>
    <p:extLst>
      <p:ext uri="{BB962C8B-B14F-4D97-AF65-F5344CB8AC3E}">
        <p14:creationId xmlns:p14="http://schemas.microsoft.com/office/powerpoint/2010/main" val="2777127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01600" y="750888"/>
            <a:ext cx="6683375" cy="3759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8658" y="4758894"/>
            <a:ext cx="5509260" cy="4508421"/>
          </a:xfrm>
          <a:prstGeom prst="rect">
            <a:avLst/>
          </a:prstGeom>
          <a:noFill/>
          <a:ln>
            <a:noFill/>
          </a:ln>
        </p:spPr>
        <p:txBody>
          <a:bodyPr spcFirstLastPara="1" wrap="square" lIns="93036" tIns="93036" rIns="93036" bIns="93036" anchor="t" anchorCtr="0">
            <a:noAutofit/>
          </a:bodyPr>
          <a:lstStyle/>
          <a:p>
            <a:pPr marL="465261" indent="-232631">
              <a:buSzPts val="1100"/>
            </a:pPr>
            <a:endParaRPr/>
          </a:p>
        </p:txBody>
      </p:sp>
    </p:spTree>
    <p:extLst>
      <p:ext uri="{BB962C8B-B14F-4D97-AF65-F5344CB8AC3E}">
        <p14:creationId xmlns:p14="http://schemas.microsoft.com/office/powerpoint/2010/main" val="3788042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6</a:t>
            </a:fld>
            <a:endParaRPr lang="en-IN"/>
          </a:p>
        </p:txBody>
      </p:sp>
    </p:spTree>
    <p:extLst>
      <p:ext uri="{BB962C8B-B14F-4D97-AF65-F5344CB8AC3E}">
        <p14:creationId xmlns:p14="http://schemas.microsoft.com/office/powerpoint/2010/main" val="37360953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7</a:t>
            </a:fld>
            <a:endParaRPr lang="en-IN"/>
          </a:p>
        </p:txBody>
      </p:sp>
    </p:spTree>
    <p:extLst>
      <p:ext uri="{BB962C8B-B14F-4D97-AF65-F5344CB8AC3E}">
        <p14:creationId xmlns:p14="http://schemas.microsoft.com/office/powerpoint/2010/main" val="1067683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8</a:t>
            </a:fld>
            <a:endParaRPr lang="en-IN"/>
          </a:p>
        </p:txBody>
      </p:sp>
    </p:spTree>
    <p:extLst>
      <p:ext uri="{BB962C8B-B14F-4D97-AF65-F5344CB8AC3E}">
        <p14:creationId xmlns:p14="http://schemas.microsoft.com/office/powerpoint/2010/main" val="3441814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9</a:t>
            </a:fld>
            <a:endParaRPr lang="en-IN"/>
          </a:p>
        </p:txBody>
      </p:sp>
    </p:spTree>
    <p:extLst>
      <p:ext uri="{BB962C8B-B14F-4D97-AF65-F5344CB8AC3E}">
        <p14:creationId xmlns:p14="http://schemas.microsoft.com/office/powerpoint/2010/main" val="3373671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10</a:t>
            </a:fld>
            <a:endParaRPr lang="en-IN"/>
          </a:p>
        </p:txBody>
      </p:sp>
    </p:spTree>
    <p:extLst>
      <p:ext uri="{BB962C8B-B14F-4D97-AF65-F5344CB8AC3E}">
        <p14:creationId xmlns:p14="http://schemas.microsoft.com/office/powerpoint/2010/main" val="40834224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11</a:t>
            </a:fld>
            <a:endParaRPr lang="en-IN"/>
          </a:p>
        </p:txBody>
      </p:sp>
    </p:spTree>
    <p:extLst>
      <p:ext uri="{BB962C8B-B14F-4D97-AF65-F5344CB8AC3E}">
        <p14:creationId xmlns:p14="http://schemas.microsoft.com/office/powerpoint/2010/main" val="760389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12</a:t>
            </a:fld>
            <a:endParaRPr lang="en-IN"/>
          </a:p>
        </p:txBody>
      </p:sp>
    </p:spTree>
    <p:extLst>
      <p:ext uri="{BB962C8B-B14F-4D97-AF65-F5344CB8AC3E}">
        <p14:creationId xmlns:p14="http://schemas.microsoft.com/office/powerpoint/2010/main" val="2162182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13</a:t>
            </a:fld>
            <a:endParaRPr lang="en-IN"/>
          </a:p>
        </p:txBody>
      </p:sp>
    </p:spTree>
    <p:extLst>
      <p:ext uri="{BB962C8B-B14F-4D97-AF65-F5344CB8AC3E}">
        <p14:creationId xmlns:p14="http://schemas.microsoft.com/office/powerpoint/2010/main" val="3833246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14</a:t>
            </a:fld>
            <a:endParaRPr lang="en-IN"/>
          </a:p>
        </p:txBody>
      </p:sp>
    </p:spTree>
    <p:extLst>
      <p:ext uri="{BB962C8B-B14F-4D97-AF65-F5344CB8AC3E}">
        <p14:creationId xmlns:p14="http://schemas.microsoft.com/office/powerpoint/2010/main" val="1827035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15</a:t>
            </a:fld>
            <a:endParaRPr lang="en-IN"/>
          </a:p>
        </p:txBody>
      </p:sp>
    </p:spTree>
    <p:extLst>
      <p:ext uri="{BB962C8B-B14F-4D97-AF65-F5344CB8AC3E}">
        <p14:creationId xmlns:p14="http://schemas.microsoft.com/office/powerpoint/2010/main" val="3627928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16</a:t>
            </a:fld>
            <a:endParaRPr lang="en-IN"/>
          </a:p>
        </p:txBody>
      </p:sp>
    </p:spTree>
    <p:extLst>
      <p:ext uri="{BB962C8B-B14F-4D97-AF65-F5344CB8AC3E}">
        <p14:creationId xmlns:p14="http://schemas.microsoft.com/office/powerpoint/2010/main" val="36613878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17</a:t>
            </a:fld>
            <a:endParaRPr lang="en-IN"/>
          </a:p>
        </p:txBody>
      </p:sp>
    </p:spTree>
    <p:extLst>
      <p:ext uri="{BB962C8B-B14F-4D97-AF65-F5344CB8AC3E}">
        <p14:creationId xmlns:p14="http://schemas.microsoft.com/office/powerpoint/2010/main" val="4249791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18</a:t>
            </a:fld>
            <a:endParaRPr lang="en-IN"/>
          </a:p>
        </p:txBody>
      </p:sp>
    </p:spTree>
    <p:extLst>
      <p:ext uri="{BB962C8B-B14F-4D97-AF65-F5344CB8AC3E}">
        <p14:creationId xmlns:p14="http://schemas.microsoft.com/office/powerpoint/2010/main" val="2234689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19</a:t>
            </a:fld>
            <a:endParaRPr lang="en-IN"/>
          </a:p>
        </p:txBody>
      </p:sp>
    </p:spTree>
    <p:extLst>
      <p:ext uri="{BB962C8B-B14F-4D97-AF65-F5344CB8AC3E}">
        <p14:creationId xmlns:p14="http://schemas.microsoft.com/office/powerpoint/2010/main" val="3742195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76552F-3F81-FAD2-D3B4-6AB87CAF65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D7E2EC28-81E1-6B55-B715-05B0F82C3E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362A025B-8865-0911-10BC-FBADF9D7A6F6}"/>
              </a:ext>
            </a:extLst>
          </p:cNvPr>
          <p:cNvSpPr>
            <a:spLocks noGrp="1"/>
          </p:cNvSpPr>
          <p:nvPr>
            <p:ph type="dt" sz="half" idx="10"/>
          </p:nvPr>
        </p:nvSpPr>
        <p:spPr/>
        <p:txBody>
          <a:bodyPr/>
          <a:lstStyle/>
          <a:p>
            <a:fld id="{3D1D91EE-2DFF-41AD-A170-572CC2ED5E04}" type="datetime1">
              <a:rPr lang="en-IN" smtClean="0"/>
              <a:t>14-02-2026</a:t>
            </a:fld>
            <a:endParaRPr lang="en-IN"/>
          </a:p>
        </p:txBody>
      </p:sp>
      <p:sp>
        <p:nvSpPr>
          <p:cNvPr id="5" name="Footer Placeholder 4">
            <a:extLst>
              <a:ext uri="{FF2B5EF4-FFF2-40B4-BE49-F238E27FC236}">
                <a16:creationId xmlns:a16="http://schemas.microsoft.com/office/drawing/2014/main" xmlns="" id="{BB720225-7567-5734-637D-F03C4D041D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31EF559-8BFE-CD47-85E7-7FBE2ACABAC7}"/>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310493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364D9A-01C6-91AA-447A-756FEEB2EA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A218685A-7252-C7C3-50A8-4697BBF082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991FF24-E9EF-CAF1-1985-79D6C7C636A0}"/>
              </a:ext>
            </a:extLst>
          </p:cNvPr>
          <p:cNvSpPr>
            <a:spLocks noGrp="1"/>
          </p:cNvSpPr>
          <p:nvPr>
            <p:ph type="dt" sz="half" idx="10"/>
          </p:nvPr>
        </p:nvSpPr>
        <p:spPr/>
        <p:txBody>
          <a:bodyPr/>
          <a:lstStyle/>
          <a:p>
            <a:fld id="{AB7FCA1B-60D4-457E-B157-6327685ED13F}" type="datetime1">
              <a:rPr lang="en-IN" smtClean="0"/>
              <a:t>14-02-2026</a:t>
            </a:fld>
            <a:endParaRPr lang="en-IN"/>
          </a:p>
        </p:txBody>
      </p:sp>
      <p:sp>
        <p:nvSpPr>
          <p:cNvPr id="5" name="Footer Placeholder 4">
            <a:extLst>
              <a:ext uri="{FF2B5EF4-FFF2-40B4-BE49-F238E27FC236}">
                <a16:creationId xmlns:a16="http://schemas.microsoft.com/office/drawing/2014/main" xmlns="" id="{BD7BD54A-AC63-86F0-13DF-D864119778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DEFA53B-05BC-FD6D-91DB-20251C31915D}"/>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2082225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6C644F-A2D8-F47E-11A8-9D42202986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17B8AA9C-7447-90D4-A0EE-386CC8EA30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DE19876D-0D18-AEB0-AEA1-2400087FF250}"/>
              </a:ext>
            </a:extLst>
          </p:cNvPr>
          <p:cNvSpPr>
            <a:spLocks noGrp="1"/>
          </p:cNvSpPr>
          <p:nvPr>
            <p:ph type="dt" sz="half" idx="10"/>
          </p:nvPr>
        </p:nvSpPr>
        <p:spPr/>
        <p:txBody>
          <a:bodyPr/>
          <a:lstStyle/>
          <a:p>
            <a:fld id="{211A45BC-1E7F-4A61-8C84-B14AEB99D9AE}" type="datetime1">
              <a:rPr lang="en-IN" smtClean="0"/>
              <a:t>14-02-2026</a:t>
            </a:fld>
            <a:endParaRPr lang="en-IN"/>
          </a:p>
        </p:txBody>
      </p:sp>
      <p:sp>
        <p:nvSpPr>
          <p:cNvPr id="5" name="Footer Placeholder 4">
            <a:extLst>
              <a:ext uri="{FF2B5EF4-FFF2-40B4-BE49-F238E27FC236}">
                <a16:creationId xmlns:a16="http://schemas.microsoft.com/office/drawing/2014/main" xmlns="" id="{B35091B6-07C0-6DC8-7DBD-635D87274A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9ED409C-1048-2FD9-736E-20D19EB7B031}"/>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3927476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04DD5E-1EF6-179A-7B1A-A39FB00804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30E2786C-D182-C8B3-40EA-DE9BD6E803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AE05C5B6-6AE9-ED82-6C0D-365BA06309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301B9CD-9EF7-42AD-4B19-933A39CA39AF}"/>
              </a:ext>
            </a:extLst>
          </p:cNvPr>
          <p:cNvSpPr>
            <a:spLocks noGrp="1"/>
          </p:cNvSpPr>
          <p:nvPr>
            <p:ph type="dt" sz="half" idx="10"/>
          </p:nvPr>
        </p:nvSpPr>
        <p:spPr/>
        <p:txBody>
          <a:bodyPr/>
          <a:lstStyle/>
          <a:p>
            <a:fld id="{61C0EBAB-669F-463F-AF2C-5D1879956535}" type="datetime1">
              <a:rPr lang="en-IN" smtClean="0"/>
              <a:t>14-02-2026</a:t>
            </a:fld>
            <a:endParaRPr lang="en-IN"/>
          </a:p>
        </p:txBody>
      </p:sp>
      <p:sp>
        <p:nvSpPr>
          <p:cNvPr id="6" name="Footer Placeholder 5">
            <a:extLst>
              <a:ext uri="{FF2B5EF4-FFF2-40B4-BE49-F238E27FC236}">
                <a16:creationId xmlns:a16="http://schemas.microsoft.com/office/drawing/2014/main" xmlns="" id="{0801C26E-D4DD-E007-340C-B2C782C292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CCF98575-1332-6E38-B708-01C47033A6BE}"/>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1885555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338BD9-C4D9-0D9C-64C2-6411907EE58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F88BE1C-148B-9301-E7D1-308A49302E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193DC229-F39E-FF3D-8097-D61A374B1E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E68CF183-9010-1A80-7097-9E7DED6357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99F96119-1AF7-0817-F1AD-6111DAC7AA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2A92E2F5-F11F-CF1B-C025-883EDA7B4299}"/>
              </a:ext>
            </a:extLst>
          </p:cNvPr>
          <p:cNvSpPr>
            <a:spLocks noGrp="1"/>
          </p:cNvSpPr>
          <p:nvPr>
            <p:ph type="dt" sz="half" idx="10"/>
          </p:nvPr>
        </p:nvSpPr>
        <p:spPr/>
        <p:txBody>
          <a:bodyPr/>
          <a:lstStyle/>
          <a:p>
            <a:fld id="{CE220804-BE94-4936-BC21-33DDDC3D310E}" type="datetime1">
              <a:rPr lang="en-IN" smtClean="0"/>
              <a:t>14-02-2026</a:t>
            </a:fld>
            <a:endParaRPr lang="en-IN"/>
          </a:p>
        </p:txBody>
      </p:sp>
      <p:sp>
        <p:nvSpPr>
          <p:cNvPr id="8" name="Footer Placeholder 7">
            <a:extLst>
              <a:ext uri="{FF2B5EF4-FFF2-40B4-BE49-F238E27FC236}">
                <a16:creationId xmlns:a16="http://schemas.microsoft.com/office/drawing/2014/main" xmlns="" id="{9CAF57BB-ACD7-22C2-1222-3F1A66D58E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3D07B6FF-C92A-3014-4363-22FD06CDB713}"/>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3749903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803782-E7BA-F582-AF2A-8C68C611C5E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DB4E94A1-A415-13F0-B406-C06EEDE68060}"/>
              </a:ext>
            </a:extLst>
          </p:cNvPr>
          <p:cNvSpPr>
            <a:spLocks noGrp="1"/>
          </p:cNvSpPr>
          <p:nvPr>
            <p:ph type="dt" sz="half" idx="10"/>
          </p:nvPr>
        </p:nvSpPr>
        <p:spPr/>
        <p:txBody>
          <a:bodyPr/>
          <a:lstStyle/>
          <a:p>
            <a:fld id="{B6096349-4A11-4A70-8F20-94D56C6EA44F}" type="datetime1">
              <a:rPr lang="en-IN" smtClean="0"/>
              <a:t>14-02-2026</a:t>
            </a:fld>
            <a:endParaRPr lang="en-IN"/>
          </a:p>
        </p:txBody>
      </p:sp>
      <p:sp>
        <p:nvSpPr>
          <p:cNvPr id="4" name="Footer Placeholder 3">
            <a:extLst>
              <a:ext uri="{FF2B5EF4-FFF2-40B4-BE49-F238E27FC236}">
                <a16:creationId xmlns:a16="http://schemas.microsoft.com/office/drawing/2014/main" xmlns="" id="{B1DA8299-D51C-B5F5-2959-A897560D0E7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08B638DC-D111-B50F-C4E7-73058EBF1A32}"/>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4212613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376421D-E8DD-F6EF-3F73-2D35C8B16E9A}"/>
              </a:ext>
            </a:extLst>
          </p:cNvPr>
          <p:cNvSpPr>
            <a:spLocks noGrp="1"/>
          </p:cNvSpPr>
          <p:nvPr>
            <p:ph type="dt" sz="half" idx="10"/>
          </p:nvPr>
        </p:nvSpPr>
        <p:spPr/>
        <p:txBody>
          <a:bodyPr/>
          <a:lstStyle/>
          <a:p>
            <a:fld id="{2C69C85B-0D03-462A-9E10-CF41565F0649}" type="datetime1">
              <a:rPr lang="en-IN" smtClean="0"/>
              <a:t>14-02-2026</a:t>
            </a:fld>
            <a:endParaRPr lang="en-IN"/>
          </a:p>
        </p:txBody>
      </p:sp>
      <p:sp>
        <p:nvSpPr>
          <p:cNvPr id="3" name="Footer Placeholder 2">
            <a:extLst>
              <a:ext uri="{FF2B5EF4-FFF2-40B4-BE49-F238E27FC236}">
                <a16:creationId xmlns:a16="http://schemas.microsoft.com/office/drawing/2014/main" xmlns="" id="{68701BCA-5937-B60A-67FD-5CD1C9DCD39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1E8DC1BC-A1DC-3B93-1C6F-4A22CBE05A02}"/>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991187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B38EF2-5941-D187-A1B2-E991078F50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A4EEBD36-145A-FF84-1D23-4DAD2E283E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4EED50C1-BDE8-8A37-4C6D-63BB71789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A39B5F7-9AC9-3A2F-7691-C9D1CB6237D7}"/>
              </a:ext>
            </a:extLst>
          </p:cNvPr>
          <p:cNvSpPr>
            <a:spLocks noGrp="1"/>
          </p:cNvSpPr>
          <p:nvPr>
            <p:ph type="dt" sz="half" idx="10"/>
          </p:nvPr>
        </p:nvSpPr>
        <p:spPr/>
        <p:txBody>
          <a:bodyPr/>
          <a:lstStyle/>
          <a:p>
            <a:fld id="{E920F0F9-8A73-4E11-8051-A416DCE0A54D}" type="datetime1">
              <a:rPr lang="en-IN" smtClean="0"/>
              <a:t>14-02-2026</a:t>
            </a:fld>
            <a:endParaRPr lang="en-IN"/>
          </a:p>
        </p:txBody>
      </p:sp>
      <p:sp>
        <p:nvSpPr>
          <p:cNvPr id="6" name="Footer Placeholder 5">
            <a:extLst>
              <a:ext uri="{FF2B5EF4-FFF2-40B4-BE49-F238E27FC236}">
                <a16:creationId xmlns:a16="http://schemas.microsoft.com/office/drawing/2014/main" xmlns="" id="{0602BC2B-A29E-FBB0-A156-BD79615C71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ED80B97F-5B5C-F9F8-9654-39785EAD73A2}"/>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3501515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C748D2-B515-87E8-8AA9-5117C70B5D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9B2EC3B4-0E40-6791-B35D-040A3086AF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8D770751-E512-3E9E-FC2B-2D6DA4F9A5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7C696A0-6B24-AF7C-3642-BD5734CA8D18}"/>
              </a:ext>
            </a:extLst>
          </p:cNvPr>
          <p:cNvSpPr>
            <a:spLocks noGrp="1"/>
          </p:cNvSpPr>
          <p:nvPr>
            <p:ph type="dt" sz="half" idx="10"/>
          </p:nvPr>
        </p:nvSpPr>
        <p:spPr/>
        <p:txBody>
          <a:bodyPr/>
          <a:lstStyle/>
          <a:p>
            <a:fld id="{69A5E788-FED1-4197-9708-90DC1AB61ED5}" type="datetime1">
              <a:rPr lang="en-IN" smtClean="0"/>
              <a:t>14-02-2026</a:t>
            </a:fld>
            <a:endParaRPr lang="en-IN"/>
          </a:p>
        </p:txBody>
      </p:sp>
      <p:sp>
        <p:nvSpPr>
          <p:cNvPr id="6" name="Footer Placeholder 5">
            <a:extLst>
              <a:ext uri="{FF2B5EF4-FFF2-40B4-BE49-F238E27FC236}">
                <a16:creationId xmlns:a16="http://schemas.microsoft.com/office/drawing/2014/main" xmlns="" id="{76087DE9-B307-6713-9DFF-B270C33A8E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E1571FDD-E6F0-8235-EB75-11246A9B0FDC}"/>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2123545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9381AD-2339-FFEE-CC2D-671D4104BCE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CDCCA56-D6BD-8591-C507-23830E0872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21457AF-F4D6-AE65-4863-E5F35D698636}"/>
              </a:ext>
            </a:extLst>
          </p:cNvPr>
          <p:cNvSpPr>
            <a:spLocks noGrp="1"/>
          </p:cNvSpPr>
          <p:nvPr>
            <p:ph type="dt" sz="half" idx="10"/>
          </p:nvPr>
        </p:nvSpPr>
        <p:spPr/>
        <p:txBody>
          <a:bodyPr/>
          <a:lstStyle/>
          <a:p>
            <a:fld id="{1F4D1EBC-D99D-4D05-BB0A-A0D1E7858616}" type="datetime1">
              <a:rPr lang="en-IN" smtClean="0"/>
              <a:t>14-02-2026</a:t>
            </a:fld>
            <a:endParaRPr lang="en-IN"/>
          </a:p>
        </p:txBody>
      </p:sp>
      <p:sp>
        <p:nvSpPr>
          <p:cNvPr id="5" name="Footer Placeholder 4">
            <a:extLst>
              <a:ext uri="{FF2B5EF4-FFF2-40B4-BE49-F238E27FC236}">
                <a16:creationId xmlns:a16="http://schemas.microsoft.com/office/drawing/2014/main" xmlns="" id="{2FF69647-3193-EE5F-F6A5-9F6A90B4C3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C58E2B3-2284-C071-91FA-B6D20A735267}"/>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2514630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8845CA23-716B-214E-D0B8-CB311F9DC8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008FDAB-ED4D-E766-2333-5A6D75CF00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699681C-6EC2-D2AC-1A43-0D839DA897F3}"/>
              </a:ext>
            </a:extLst>
          </p:cNvPr>
          <p:cNvSpPr>
            <a:spLocks noGrp="1"/>
          </p:cNvSpPr>
          <p:nvPr>
            <p:ph type="dt" sz="half" idx="10"/>
          </p:nvPr>
        </p:nvSpPr>
        <p:spPr/>
        <p:txBody>
          <a:bodyPr/>
          <a:lstStyle/>
          <a:p>
            <a:fld id="{6B15F072-ECB4-4AD5-8316-A6C4CD1C046D}" type="datetime1">
              <a:rPr lang="en-IN" smtClean="0"/>
              <a:t>14-02-2026</a:t>
            </a:fld>
            <a:endParaRPr lang="en-IN"/>
          </a:p>
        </p:txBody>
      </p:sp>
      <p:sp>
        <p:nvSpPr>
          <p:cNvPr id="5" name="Footer Placeholder 4">
            <a:extLst>
              <a:ext uri="{FF2B5EF4-FFF2-40B4-BE49-F238E27FC236}">
                <a16:creationId xmlns:a16="http://schemas.microsoft.com/office/drawing/2014/main" xmlns="" id="{7D406218-AA3D-FE5C-E07E-B2996D63B2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E05BA22-536F-A6F9-6CC5-8A527375D343}"/>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9148137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4_Contents slide layout">
  <p:cSld name="4_Contents slide layout">
    <p:spTree>
      <p:nvGrpSpPr>
        <p:cNvPr id="1" name="Shape 6"/>
        <p:cNvGrpSpPr/>
        <p:nvPr/>
      </p:nvGrpSpPr>
      <p:grpSpPr>
        <a:xfrm>
          <a:off x="0" y="0"/>
          <a:ext cx="0" cy="0"/>
          <a:chOff x="0" y="0"/>
          <a:chExt cx="0" cy="0"/>
        </a:xfrm>
      </p:grpSpPr>
    </p:spTree>
    <p:extLst>
      <p:ext uri="{BB962C8B-B14F-4D97-AF65-F5344CB8AC3E}">
        <p14:creationId xmlns:p14="http://schemas.microsoft.com/office/powerpoint/2010/main" val="22150502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Cover alterna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23E9B9F1-7DCF-4CFE-AAFB-49F5C53767D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
            <a:ext cx="12192000" cy="6857999"/>
          </a:xfrm>
          <a:prstGeom prst="rect">
            <a:avLst/>
          </a:prstGeom>
        </p:spPr>
      </p:pic>
      <p:sp>
        <p:nvSpPr>
          <p:cNvPr id="16" name="Freeform 56">
            <a:extLst>
              <a:ext uri="{FF2B5EF4-FFF2-40B4-BE49-F238E27FC236}">
                <a16:creationId xmlns:a16="http://schemas.microsoft.com/office/drawing/2014/main" xmlns="" id="{13A7AC18-CF42-4EC5-8D40-441EAE30A06C}"/>
              </a:ext>
            </a:extLst>
          </p:cNvPr>
          <p:cNvSpPr/>
          <p:nvPr userDrawn="1"/>
        </p:nvSpPr>
        <p:spPr>
          <a:xfrm>
            <a:off x="497856" y="795662"/>
            <a:ext cx="4927845"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1" name="Title 1"/>
          <p:cNvSpPr>
            <a:spLocks noGrp="1"/>
          </p:cNvSpPr>
          <p:nvPr>
            <p:ph type="ctrTitle"/>
          </p:nvPr>
        </p:nvSpPr>
        <p:spPr>
          <a:xfrm>
            <a:off x="775100" y="1954221"/>
            <a:ext cx="4326679" cy="979702"/>
          </a:xfrm>
        </p:spPr>
        <p:txBody>
          <a:bodyPr/>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775100" y="3046159"/>
            <a:ext cx="4326679" cy="1046323"/>
          </a:xfrm>
          <a:prstGeom prst="rect">
            <a:avLst/>
          </a:prstGeom>
        </p:spPr>
        <p:txBody>
          <a:bodyPr/>
          <a:lstStyle>
            <a:lvl1pPr marL="0" indent="0" algn="l">
              <a:spcAft>
                <a:spcPts val="1199"/>
              </a:spcAft>
              <a:buNone/>
              <a:defRPr sz="1999">
                <a:solidFill>
                  <a:schemeClr val="bg1"/>
                </a:solidFill>
                <a:latin typeface="EYInterstate" panose="02000503020000020004" pitchFamily="2" charset="0"/>
                <a:cs typeface="Arial" pitchFamily="34" charset="0"/>
              </a:defRPr>
            </a:lvl1pPr>
            <a:lvl2pPr marL="0" indent="0" algn="l">
              <a:buNone/>
              <a:defRPr sz="1599" b="1">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14" name="Group 4">
            <a:extLst>
              <a:ext uri="{FF2B5EF4-FFF2-40B4-BE49-F238E27FC236}">
                <a16:creationId xmlns:a16="http://schemas.microsoft.com/office/drawing/2014/main" xmlns="" id="{C8422AE9-8257-41A9-AB41-1F10585C886F}"/>
              </a:ext>
            </a:extLst>
          </p:cNvPr>
          <p:cNvGrpSpPr>
            <a:grpSpLocks noChangeAspect="1"/>
          </p:cNvGrpSpPr>
          <p:nvPr userDrawn="1"/>
        </p:nvGrpSpPr>
        <p:grpSpPr bwMode="auto">
          <a:xfrm>
            <a:off x="10359392" y="4960938"/>
            <a:ext cx="1224912" cy="1435100"/>
            <a:chOff x="6529" y="3125"/>
            <a:chExt cx="772" cy="904"/>
          </a:xfrm>
        </p:grpSpPr>
        <p:sp>
          <p:nvSpPr>
            <p:cNvPr id="15" name="Freeform 5">
              <a:extLst>
                <a:ext uri="{FF2B5EF4-FFF2-40B4-BE49-F238E27FC236}">
                  <a16:creationId xmlns:a16="http://schemas.microsoft.com/office/drawing/2014/main" xmlns="" id="{D19659BD-653C-4300-9060-420AFAE39587}"/>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 name="Freeform 6">
              <a:extLst>
                <a:ext uri="{FF2B5EF4-FFF2-40B4-BE49-F238E27FC236}">
                  <a16:creationId xmlns:a16="http://schemas.microsoft.com/office/drawing/2014/main" xmlns="" id="{A4669336-72A1-4233-827A-C41AB4C1CC04}"/>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270669046"/>
      </p:ext>
    </p:extLst>
  </p:cSld>
  <p:clrMapOvr>
    <a:masterClrMapping/>
  </p:clrMapOvr>
  <p:extLst>
    <p:ext uri="{DCECCB84-F9BA-43D5-87BE-67443E8EF086}">
      <p15:sldGuideLst xmlns:p15="http://schemas.microsoft.com/office/powerpoint/2012/main">
        <p15:guide id="2" pos="384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sz="2399">
                <a:solidFill>
                  <a:schemeClr val="bg1"/>
                </a:solidFill>
              </a:defRPr>
            </a:lvl1pPr>
          </a:lstStyle>
          <a:p>
            <a:r>
              <a:rPr lang="en-US"/>
              <a:t>Click to edit Master title style</a:t>
            </a:r>
            <a:endParaRPr lang="en-GB"/>
          </a:p>
        </p:txBody>
      </p:sp>
      <p:sp>
        <p:nvSpPr>
          <p:cNvPr id="12" name="Line 10">
            <a:extLst>
              <a:ext uri="{FF2B5EF4-FFF2-40B4-BE49-F238E27FC236}">
                <a16:creationId xmlns:a16="http://schemas.microsoft.com/office/drawing/2014/main" xmlns="" id="{DA9741B6-D337-4A18-8ECB-FB21A6953E44}"/>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8" name="Text Placeholder 2">
            <a:extLst>
              <a:ext uri="{FF2B5EF4-FFF2-40B4-BE49-F238E27FC236}">
                <a16:creationId xmlns:a16="http://schemas.microsoft.com/office/drawing/2014/main" xmlns="" id="{90356C28-34FC-48BD-943E-82B485EB0C49}"/>
              </a:ext>
            </a:extLst>
          </p:cNvPr>
          <p:cNvSpPr>
            <a:spLocks noGrp="1"/>
          </p:cNvSpPr>
          <p:nvPr>
            <p:ph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27320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ndard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294200"/>
            <a:ext cx="10972800" cy="590400"/>
          </a:xfrm>
        </p:spPr>
        <p:txBody>
          <a:bodyPr/>
          <a:lstStyle>
            <a:lvl1pPr>
              <a:defRPr sz="2399">
                <a:solidFill>
                  <a:schemeClr val="bg1"/>
                </a:solidFill>
              </a:defRPr>
            </a:lvl1pPr>
          </a:lstStyle>
          <a:p>
            <a:r>
              <a:rPr lang="en-US"/>
              <a:t>Standard slide</a:t>
            </a:r>
            <a:endParaRPr lang="en-GB"/>
          </a:p>
        </p:txBody>
      </p:sp>
      <p:sp>
        <p:nvSpPr>
          <p:cNvPr id="80" name="Line 10">
            <a:extLst>
              <a:ext uri="{FF2B5EF4-FFF2-40B4-BE49-F238E27FC236}">
                <a16:creationId xmlns:a16="http://schemas.microsoft.com/office/drawing/2014/main" xmlns="" id="{EF8E9275-C0E0-4ABA-8699-73E5E292EC85}"/>
              </a:ext>
            </a:extLst>
          </p:cNvPr>
          <p:cNvSpPr>
            <a:spLocks noChangeShapeType="1"/>
          </p:cNvSpPr>
          <p:nvPr userDrawn="1"/>
        </p:nvSpPr>
        <p:spPr bwMode="auto">
          <a:xfrm>
            <a:off x="608116" y="104237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3726620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Standard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xmlns="" id="{380593A0-4211-460E-B6CF-FE2D9CE6D9CB}"/>
              </a:ext>
            </a:extLst>
          </p:cNvPr>
          <p:cNvSpPr>
            <a:spLocks noGrp="1"/>
          </p:cNvSpPr>
          <p:nvPr>
            <p:ph type="pic" sz="quarter" idx="10"/>
          </p:nvPr>
        </p:nvSpPr>
        <p:spPr>
          <a:xfrm>
            <a:off x="8194852" y="1"/>
            <a:ext cx="3997149" cy="6156104"/>
          </a:xfrm>
          <a:prstGeom prst="rect">
            <a:avLst/>
          </a:prstGeom>
        </p:spPr>
        <p:txBody>
          <a:bodyPr/>
          <a:lstStyle/>
          <a:p>
            <a:endParaRPr lang="en-IN"/>
          </a:p>
        </p:txBody>
      </p:sp>
      <p:sp>
        <p:nvSpPr>
          <p:cNvPr id="2" name="Title 1"/>
          <p:cNvSpPr>
            <a:spLocks noGrp="1"/>
          </p:cNvSpPr>
          <p:nvPr>
            <p:ph type="title"/>
          </p:nvPr>
        </p:nvSpPr>
        <p:spPr>
          <a:xfrm>
            <a:off x="609601" y="294200"/>
            <a:ext cx="7440547"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609601" y="1137921"/>
            <a:ext cx="7295842" cy="873760"/>
          </a:xfrm>
          <a:prstGeom prst="rect">
            <a:avLst/>
          </a:prstGeo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a16="http://schemas.microsoft.com/office/drawing/2014/main" xmlns="" id="{578D3272-120F-430D-AFB5-E93227EEEAAF}"/>
              </a:ext>
            </a:extLst>
          </p:cNvPr>
          <p:cNvSpPr>
            <a:spLocks noGrp="1"/>
          </p:cNvSpPr>
          <p:nvPr>
            <p:ph idx="11" hasCustomPrompt="1"/>
          </p:nvPr>
        </p:nvSpPr>
        <p:spPr>
          <a:xfrm>
            <a:off x="609601" y="2311401"/>
            <a:ext cx="3578253" cy="3844704"/>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2" name="Content Placeholder 2">
            <a:extLst>
              <a:ext uri="{FF2B5EF4-FFF2-40B4-BE49-F238E27FC236}">
                <a16:creationId xmlns:a16="http://schemas.microsoft.com/office/drawing/2014/main" xmlns="" id="{0C7BD71A-882B-40FB-A05F-48ECC69FF73D}"/>
              </a:ext>
            </a:extLst>
          </p:cNvPr>
          <p:cNvSpPr>
            <a:spLocks noGrp="1"/>
          </p:cNvSpPr>
          <p:nvPr>
            <p:ph idx="12" hasCustomPrompt="1"/>
          </p:nvPr>
        </p:nvSpPr>
        <p:spPr>
          <a:xfrm>
            <a:off x="4327190" y="2311402"/>
            <a:ext cx="3578253" cy="1254759"/>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4" name="Content Placeholder 2">
            <a:extLst>
              <a:ext uri="{FF2B5EF4-FFF2-40B4-BE49-F238E27FC236}">
                <a16:creationId xmlns:a16="http://schemas.microsoft.com/office/drawing/2014/main" xmlns="" id="{D87D58C8-1517-42AA-8B2A-E449A3F6F028}"/>
              </a:ext>
            </a:extLst>
          </p:cNvPr>
          <p:cNvSpPr>
            <a:spLocks noGrp="1"/>
          </p:cNvSpPr>
          <p:nvPr>
            <p:ph idx="13" hasCustomPrompt="1"/>
          </p:nvPr>
        </p:nvSpPr>
        <p:spPr>
          <a:xfrm>
            <a:off x="4327190" y="4236721"/>
            <a:ext cx="3578253" cy="1944160"/>
          </a:xfrm>
          <a:prstGeom prst="rect">
            <a:avLst/>
          </a:prstGeom>
        </p:spPr>
        <p:txBody>
          <a:bodyPr numCol="1"/>
          <a:lstStyle>
            <a:lvl1pPr marL="0" indent="0">
              <a:buNone/>
              <a:defRPr sz="1799">
                <a:solidFill>
                  <a:schemeClr val="bg1"/>
                </a:solidFill>
                <a:latin typeface="Georgia" panose="02040502050405020303" pitchFamily="18" charset="0"/>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Quote</a:t>
            </a:r>
          </a:p>
        </p:txBody>
      </p:sp>
      <p:sp>
        <p:nvSpPr>
          <p:cNvPr id="23" name="Line 10">
            <a:extLst>
              <a:ext uri="{FF2B5EF4-FFF2-40B4-BE49-F238E27FC236}">
                <a16:creationId xmlns:a16="http://schemas.microsoft.com/office/drawing/2014/main" xmlns="" id="{E820DC59-E206-4DC0-9012-584F8EBAF730}"/>
              </a:ext>
            </a:extLst>
          </p:cNvPr>
          <p:cNvSpPr>
            <a:spLocks noChangeShapeType="1"/>
          </p:cNvSpPr>
          <p:nvPr userDrawn="1"/>
        </p:nvSpPr>
        <p:spPr bwMode="auto">
          <a:xfrm>
            <a:off x="609601" y="907750"/>
            <a:ext cx="771983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6314385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Standard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xmlns="" id="{380593A0-4211-460E-B6CF-FE2D9CE6D9CB}"/>
              </a:ext>
            </a:extLst>
          </p:cNvPr>
          <p:cNvSpPr>
            <a:spLocks noGrp="1"/>
          </p:cNvSpPr>
          <p:nvPr>
            <p:ph type="pic" sz="quarter" idx="10"/>
          </p:nvPr>
        </p:nvSpPr>
        <p:spPr>
          <a:xfrm>
            <a:off x="0" y="1"/>
            <a:ext cx="2383219" cy="6857999"/>
          </a:xfrm>
          <a:prstGeom prst="rect">
            <a:avLst/>
          </a:prstGeom>
        </p:spPr>
        <p:txBody>
          <a:bodyPr/>
          <a:lstStyle/>
          <a:p>
            <a:endParaRPr lang="en-IN"/>
          </a:p>
        </p:txBody>
      </p:sp>
      <p:sp>
        <p:nvSpPr>
          <p:cNvPr id="2" name="Title 1"/>
          <p:cNvSpPr>
            <a:spLocks noGrp="1"/>
          </p:cNvSpPr>
          <p:nvPr>
            <p:ph type="title"/>
          </p:nvPr>
        </p:nvSpPr>
        <p:spPr>
          <a:xfrm>
            <a:off x="2693891" y="294200"/>
            <a:ext cx="8887371"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2693890" y="1137921"/>
            <a:ext cx="2741454" cy="5018184"/>
          </a:xfrm>
          <a:prstGeom prst="rect">
            <a:avLst/>
          </a:prstGeo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a16="http://schemas.microsoft.com/office/drawing/2014/main" xmlns="" id="{578D3272-120F-430D-AFB5-E93227EEEAAF}"/>
              </a:ext>
            </a:extLst>
          </p:cNvPr>
          <p:cNvSpPr>
            <a:spLocks noGrp="1"/>
          </p:cNvSpPr>
          <p:nvPr>
            <p:ph idx="11" hasCustomPrompt="1"/>
          </p:nvPr>
        </p:nvSpPr>
        <p:spPr>
          <a:xfrm>
            <a:off x="5724102" y="1137921"/>
            <a:ext cx="2802382" cy="5018184"/>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23" name="Content Placeholder 2">
            <a:extLst>
              <a:ext uri="{FF2B5EF4-FFF2-40B4-BE49-F238E27FC236}">
                <a16:creationId xmlns:a16="http://schemas.microsoft.com/office/drawing/2014/main" xmlns="" id="{6FF4A6F8-D9C6-4FEE-9324-5200D308BB1F}"/>
              </a:ext>
            </a:extLst>
          </p:cNvPr>
          <p:cNvSpPr>
            <a:spLocks noGrp="1"/>
          </p:cNvSpPr>
          <p:nvPr userDrawn="1">
            <p:ph idx="12" hasCustomPrompt="1"/>
          </p:nvPr>
        </p:nvSpPr>
        <p:spPr>
          <a:xfrm>
            <a:off x="8815241" y="1137922"/>
            <a:ext cx="2767159" cy="2796151"/>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9" name="Line 10">
            <a:extLst>
              <a:ext uri="{FF2B5EF4-FFF2-40B4-BE49-F238E27FC236}">
                <a16:creationId xmlns:a16="http://schemas.microsoft.com/office/drawing/2014/main" xmlns="" id="{B63A7CBA-3151-452E-BD2F-D3E65CE1595F}"/>
              </a:ext>
            </a:extLst>
          </p:cNvPr>
          <p:cNvSpPr>
            <a:spLocks noChangeShapeType="1"/>
          </p:cNvSpPr>
          <p:nvPr userDrawn="1"/>
        </p:nvSpPr>
        <p:spPr bwMode="auto">
          <a:xfrm>
            <a:off x="2693891" y="907750"/>
            <a:ext cx="8887371"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6897079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1" y="1137920"/>
            <a:ext cx="8234455" cy="4834800"/>
          </a:xfrm>
          <a:prstGeom prst="rect">
            <a:avLst/>
          </a:prstGeom>
        </p:spPr>
        <p:txBody>
          <a:bodyPr/>
          <a:lstStyle>
            <a:lvl1pPr marL="0" indent="0">
              <a:spcBef>
                <a:spcPts val="0"/>
              </a:spcBef>
              <a:buNone/>
              <a:defRPr>
                <a:solidFill>
                  <a:schemeClr val="bg1"/>
                </a:solidFill>
              </a:defRPr>
            </a:lvl1pPr>
            <a:lvl2pPr marL="0" indent="0">
              <a:spcBef>
                <a:spcPts val="0"/>
              </a:spcBef>
              <a:buNone/>
              <a:defRPr sz="1799">
                <a:solidFill>
                  <a:schemeClr val="bg1"/>
                </a:solidFill>
              </a:defRPr>
            </a:lvl2pPr>
            <a:lvl3pPr marL="0" indent="0">
              <a:spcBef>
                <a:spcPts val="0"/>
              </a:spcBef>
              <a:buNone/>
              <a:defRPr sz="1599">
                <a:solidFill>
                  <a:schemeClr val="bg1"/>
                </a:solidFill>
              </a:defRPr>
            </a:lvl3pPr>
            <a:lvl4pPr marL="0" indent="0">
              <a:spcBef>
                <a:spcPts val="0"/>
              </a:spcBef>
              <a:buNone/>
              <a:defRPr sz="1399">
                <a:solidFill>
                  <a:schemeClr val="bg1"/>
                </a:solidFill>
              </a:defRPr>
            </a:lvl4pPr>
            <a:lvl5pPr marL="0" indent="0">
              <a:spcBef>
                <a:spcPts val="0"/>
              </a:spcBef>
              <a:buNone/>
              <a:defRPr sz="11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Line 10">
            <a:extLst>
              <a:ext uri="{FF2B5EF4-FFF2-40B4-BE49-F238E27FC236}">
                <a16:creationId xmlns:a16="http://schemas.microsoft.com/office/drawing/2014/main" xmlns="" id="{CF130104-FAF2-4309-9701-573F37743137}"/>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3506765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Standard slide_no bulle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xmlns="" id="{0CBA94B7-7BDE-4510-A417-A765301D1371}"/>
              </a:ext>
            </a:extLst>
          </p:cNvPr>
          <p:cNvSpPr>
            <a:spLocks noGrp="1"/>
          </p:cNvSpPr>
          <p:nvPr>
            <p:ph type="pic" sz="quarter" idx="11"/>
          </p:nvPr>
        </p:nvSpPr>
        <p:spPr>
          <a:xfrm>
            <a:off x="0" y="0"/>
            <a:ext cx="12192000" cy="6858000"/>
          </a:xfrm>
          <a:prstGeom prst="rect">
            <a:avLst/>
          </a:prstGeom>
          <a:ln>
            <a:noFill/>
          </a:ln>
        </p:spPr>
        <p:txBody>
          <a:bodyPr/>
          <a:lstStyle>
            <a:lvl1pPr marL="0" indent="0" algn="ctr">
              <a:buNone/>
              <a:defRPr/>
            </a:lvl1pPr>
          </a:lstStyle>
          <a:p>
            <a:endParaRPr lang="en-IN"/>
          </a:p>
        </p:txBody>
      </p:sp>
      <p:sp>
        <p:nvSpPr>
          <p:cNvPr id="5" name="Text Placeholder 4">
            <a:extLst>
              <a:ext uri="{FF2B5EF4-FFF2-40B4-BE49-F238E27FC236}">
                <a16:creationId xmlns:a16="http://schemas.microsoft.com/office/drawing/2014/main" xmlns="" id="{B697C43D-4F1B-43DA-A0C6-DA6B6708E161}"/>
              </a:ext>
            </a:extLst>
          </p:cNvPr>
          <p:cNvSpPr>
            <a:spLocks noGrp="1"/>
          </p:cNvSpPr>
          <p:nvPr>
            <p:ph type="body" sz="quarter" idx="10" hasCustomPrompt="1"/>
          </p:nvPr>
        </p:nvSpPr>
        <p:spPr>
          <a:xfrm>
            <a:off x="352616" y="2851522"/>
            <a:ext cx="4445485" cy="1202318"/>
          </a:xfrm>
          <a:prstGeom prst="rect">
            <a:avLst/>
          </a:prstGeom>
        </p:spPr>
        <p:txBody>
          <a:bodyPr vert="horz" lIns="0" tIns="0" rIns="0" bIns="0" rtlCol="0" anchor="ctr" anchorCtr="0">
            <a:noAutofit/>
          </a:bodyPr>
          <a:lstStyle>
            <a:lvl1pPr marL="0" indent="0">
              <a:buNone/>
              <a:defRPr kumimoji="0" lang="en-IN" sz="3598" b="0" i="0" u="none" strike="noStrike" cap="none" spc="0" normalizeH="0" baseline="0" dirty="0">
                <a:ln>
                  <a:noFill/>
                </a:ln>
                <a:solidFill>
                  <a:schemeClr val="tx1"/>
                </a:solidFill>
                <a:effectLst/>
                <a:uLnTx/>
                <a:uFillTx/>
                <a:latin typeface="EYInterstate Light" panose="02000506000000020004" pitchFamily="2" charset="0"/>
                <a:ea typeface="+mj-ea"/>
                <a:cs typeface="+mj-cs"/>
              </a:defRPr>
            </a:lvl1pPr>
          </a:lstStyle>
          <a:p>
            <a:pPr marL="356438" marR="0" lvl="0" indent="-356438" defTabSz="1007383" fontAlgn="auto">
              <a:lnSpc>
                <a:spcPct val="100000"/>
              </a:lnSpc>
              <a:spcBef>
                <a:spcPct val="0"/>
              </a:spcBef>
              <a:spcAft>
                <a:spcPts val="0"/>
              </a:spcAft>
              <a:buClrTx/>
              <a:buSzTx/>
              <a:tabLst/>
            </a:pPr>
            <a:r>
              <a:rPr lang="en-US"/>
              <a:t>Chapter Title</a:t>
            </a:r>
            <a:endParaRPr lang="en-IN"/>
          </a:p>
        </p:txBody>
      </p:sp>
    </p:spTree>
    <p:extLst>
      <p:ext uri="{BB962C8B-B14F-4D97-AF65-F5344CB8AC3E}">
        <p14:creationId xmlns:p14="http://schemas.microsoft.com/office/powerpoint/2010/main" val="9897346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Standard slide_no bulle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B697C43D-4F1B-43DA-A0C6-DA6B6708E161}"/>
              </a:ext>
            </a:extLst>
          </p:cNvPr>
          <p:cNvSpPr>
            <a:spLocks noGrp="1"/>
          </p:cNvSpPr>
          <p:nvPr>
            <p:ph type="body" sz="quarter" idx="10" hasCustomPrompt="1"/>
          </p:nvPr>
        </p:nvSpPr>
        <p:spPr>
          <a:xfrm>
            <a:off x="352616" y="2851522"/>
            <a:ext cx="4445485" cy="1202318"/>
          </a:xfrm>
          <a:prstGeom prst="rect">
            <a:avLst/>
          </a:prstGeom>
        </p:spPr>
        <p:txBody>
          <a:bodyPr vert="horz" lIns="0" tIns="0" rIns="0" bIns="0" rtlCol="0" anchor="ctr" anchorCtr="0">
            <a:noAutofit/>
          </a:bodyPr>
          <a:lstStyle>
            <a:lvl1pPr marL="0" indent="0">
              <a:buNone/>
              <a:defRPr kumimoji="0" lang="en-IN" sz="3598" b="0" i="0" u="none" strike="noStrike" cap="none" spc="0" normalizeH="0" baseline="0" dirty="0">
                <a:ln>
                  <a:noFill/>
                </a:ln>
                <a:solidFill>
                  <a:schemeClr val="bg2"/>
                </a:solidFill>
                <a:effectLst/>
                <a:uLnTx/>
                <a:uFillTx/>
                <a:latin typeface="EYInterstate Light" panose="02000506000000020004" pitchFamily="2" charset="0"/>
                <a:ea typeface="+mj-ea"/>
                <a:cs typeface="+mj-cs"/>
              </a:defRPr>
            </a:lvl1pPr>
          </a:lstStyle>
          <a:p>
            <a:pPr marL="356438" marR="0" lvl="0" indent="-356438" defTabSz="1007383" fontAlgn="auto">
              <a:lnSpc>
                <a:spcPct val="100000"/>
              </a:lnSpc>
              <a:spcBef>
                <a:spcPct val="0"/>
              </a:spcBef>
              <a:spcAft>
                <a:spcPts val="0"/>
              </a:spcAft>
              <a:buClrTx/>
              <a:buSzTx/>
              <a:tabLst/>
            </a:pPr>
            <a:r>
              <a:rPr lang="en-US"/>
              <a:t>Chapter Title</a:t>
            </a:r>
            <a:endParaRPr lang="en-IN"/>
          </a:p>
        </p:txBody>
      </p:sp>
    </p:spTree>
    <p:extLst>
      <p:ext uri="{BB962C8B-B14F-4D97-AF65-F5344CB8AC3E}">
        <p14:creationId xmlns:p14="http://schemas.microsoft.com/office/powerpoint/2010/main" val="5330723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tandard slide_Quotes">
    <p:spTree>
      <p:nvGrpSpPr>
        <p:cNvPr id="1" name=""/>
        <p:cNvGrpSpPr/>
        <p:nvPr/>
      </p:nvGrpSpPr>
      <p:grpSpPr>
        <a:xfrm>
          <a:off x="0" y="0"/>
          <a:ext cx="0" cy="0"/>
          <a:chOff x="0" y="0"/>
          <a:chExt cx="0" cy="0"/>
        </a:xfrm>
      </p:grpSpPr>
      <p:sp>
        <p:nvSpPr>
          <p:cNvPr id="5" name="Text Placeholder 11">
            <a:extLst>
              <a:ext uri="{FF2B5EF4-FFF2-40B4-BE49-F238E27FC236}">
                <a16:creationId xmlns:a16="http://schemas.microsoft.com/office/drawing/2014/main" xmlns="" id="{8F291EB0-15F5-4E9A-A38B-CE3AC1452E21}"/>
              </a:ext>
            </a:extLst>
          </p:cNvPr>
          <p:cNvSpPr txBox="1">
            <a:spLocks/>
          </p:cNvSpPr>
          <p:nvPr userDrawn="1"/>
        </p:nvSpPr>
        <p:spPr>
          <a:xfrm>
            <a:off x="477102" y="1488927"/>
            <a:ext cx="2337171" cy="858838"/>
          </a:xfrm>
          <a:prstGeom prst="rect">
            <a:avLst/>
          </a:prstGeom>
        </p:spPr>
        <p:txBody>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11194">
                <a:solidFill>
                  <a:schemeClr val="tx2"/>
                </a:solidFill>
                <a:latin typeface="Georgia" panose="02040502050405020303" pitchFamily="18" charset="0"/>
              </a:rPr>
              <a:t>“</a:t>
            </a:r>
          </a:p>
        </p:txBody>
      </p:sp>
      <p:sp>
        <p:nvSpPr>
          <p:cNvPr id="7" name="Text Placeholder 6">
            <a:extLst>
              <a:ext uri="{FF2B5EF4-FFF2-40B4-BE49-F238E27FC236}">
                <a16:creationId xmlns:a16="http://schemas.microsoft.com/office/drawing/2014/main" xmlns="" id="{FB5D2AC0-B4F7-4455-9AE0-201966050A6D}"/>
              </a:ext>
            </a:extLst>
          </p:cNvPr>
          <p:cNvSpPr>
            <a:spLocks noGrp="1"/>
          </p:cNvSpPr>
          <p:nvPr>
            <p:ph type="body" sz="quarter" idx="10"/>
          </p:nvPr>
        </p:nvSpPr>
        <p:spPr>
          <a:xfrm>
            <a:off x="513083" y="2526765"/>
            <a:ext cx="5289245" cy="1800000"/>
          </a:xfrm>
          <a:prstGeom prst="rect">
            <a:avLst/>
          </a:prstGeom>
        </p:spPr>
        <p:txBody>
          <a:bodyPr lIns="90000" tIns="46800" rIns="90000" bIns="46800"/>
          <a:lstStyle>
            <a:lvl1pPr marL="0" indent="0">
              <a:buNone/>
              <a:defRPr lang="en-US" sz="2799" dirty="0" smtClean="0">
                <a:latin typeface="Georgia" panose="02040502050405020303" pitchFamily="18" charset="0"/>
              </a:defRPr>
            </a:lvl1pPr>
          </a:lstStyle>
          <a:p>
            <a:pPr marL="356438" lvl="0" indent="-356438">
              <a:spcBef>
                <a:spcPts val="0"/>
              </a:spcBef>
            </a:pPr>
            <a:r>
              <a:rPr lang="en-US"/>
              <a:t>Edit Master text styles</a:t>
            </a:r>
          </a:p>
        </p:txBody>
      </p:sp>
      <p:sp>
        <p:nvSpPr>
          <p:cNvPr id="8" name="Text Placeholder 6">
            <a:extLst>
              <a:ext uri="{FF2B5EF4-FFF2-40B4-BE49-F238E27FC236}">
                <a16:creationId xmlns:a16="http://schemas.microsoft.com/office/drawing/2014/main" xmlns="" id="{F1BA83A2-78F0-4F7E-836B-9B4B87820F96}"/>
              </a:ext>
            </a:extLst>
          </p:cNvPr>
          <p:cNvSpPr>
            <a:spLocks noGrp="1"/>
          </p:cNvSpPr>
          <p:nvPr>
            <p:ph type="body" sz="quarter" idx="11" hasCustomPrompt="1"/>
          </p:nvPr>
        </p:nvSpPr>
        <p:spPr>
          <a:xfrm>
            <a:off x="513083" y="4632765"/>
            <a:ext cx="5289245" cy="316838"/>
          </a:xfrm>
          <a:prstGeom prst="rect">
            <a:avLst/>
          </a:prstGeo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rgbClr val="2E2E38"/>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Name Surname</a:t>
            </a:r>
          </a:p>
        </p:txBody>
      </p:sp>
      <p:sp>
        <p:nvSpPr>
          <p:cNvPr id="9" name="Text Placeholder 6">
            <a:extLst>
              <a:ext uri="{FF2B5EF4-FFF2-40B4-BE49-F238E27FC236}">
                <a16:creationId xmlns:a16="http://schemas.microsoft.com/office/drawing/2014/main" xmlns="" id="{034CE9DD-CE12-4D9F-8FD6-A2522F36C807}"/>
              </a:ext>
            </a:extLst>
          </p:cNvPr>
          <p:cNvSpPr>
            <a:spLocks noGrp="1"/>
          </p:cNvSpPr>
          <p:nvPr>
            <p:ph type="body" sz="quarter" idx="12" hasCustomPrompt="1"/>
          </p:nvPr>
        </p:nvSpPr>
        <p:spPr>
          <a:xfrm>
            <a:off x="513083" y="4971442"/>
            <a:ext cx="5289245" cy="316838"/>
          </a:xfrm>
          <a:prstGeom prst="rect">
            <a:avLst/>
          </a:prstGeo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rgbClr val="2E2E38"/>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Job Title</a:t>
            </a:r>
          </a:p>
        </p:txBody>
      </p:sp>
    </p:spTree>
    <p:extLst>
      <p:ext uri="{BB962C8B-B14F-4D97-AF65-F5344CB8AC3E}">
        <p14:creationId xmlns:p14="http://schemas.microsoft.com/office/powerpoint/2010/main" val="39310312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Standard slide_Quotes">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xmlns="" id="{E28D7EA5-A532-4D8B-9984-8F3D1FEA98DB}"/>
              </a:ext>
            </a:extLst>
          </p:cNvPr>
          <p:cNvSpPr>
            <a:spLocks noGrp="1"/>
          </p:cNvSpPr>
          <p:nvPr>
            <p:ph type="body" sz="quarter" idx="10"/>
          </p:nvPr>
        </p:nvSpPr>
        <p:spPr>
          <a:xfrm>
            <a:off x="3451378" y="2060235"/>
            <a:ext cx="5289245" cy="3025522"/>
          </a:xfrm>
          <a:prstGeom prst="rect">
            <a:avLst/>
          </a:prstGeom>
        </p:spPr>
        <p:txBody>
          <a:bodyPr lIns="0" tIns="0" rIns="0" bIns="0">
            <a:noAutofit/>
          </a:bodyPr>
          <a:lstStyle>
            <a:lvl1pPr marL="0" indent="0" algn="ctr">
              <a:buNone/>
              <a:defRPr lang="en-US" sz="2799" dirty="0" smtClean="0">
                <a:latin typeface="Georgia" panose="02040502050405020303" pitchFamily="18" charset="0"/>
              </a:defRPr>
            </a:lvl1pPr>
          </a:lstStyle>
          <a:p>
            <a:pPr marL="356438" lvl="0" indent="-356438" algn="ctr">
              <a:spcBef>
                <a:spcPts val="0"/>
              </a:spcBef>
            </a:pPr>
            <a:r>
              <a:rPr lang="en-US"/>
              <a:t>Edit Master text styles</a:t>
            </a:r>
          </a:p>
        </p:txBody>
      </p:sp>
      <p:sp>
        <p:nvSpPr>
          <p:cNvPr id="5" name="Text Placeholder 6">
            <a:extLst>
              <a:ext uri="{FF2B5EF4-FFF2-40B4-BE49-F238E27FC236}">
                <a16:creationId xmlns:a16="http://schemas.microsoft.com/office/drawing/2014/main" xmlns="" id="{9F9B9C3C-16F2-40B2-A460-0480520ECF89}"/>
              </a:ext>
            </a:extLst>
          </p:cNvPr>
          <p:cNvSpPr>
            <a:spLocks noGrp="1"/>
          </p:cNvSpPr>
          <p:nvPr>
            <p:ph type="body" sz="quarter" idx="11" hasCustomPrompt="1"/>
          </p:nvPr>
        </p:nvSpPr>
        <p:spPr>
          <a:xfrm>
            <a:off x="3451378" y="5506678"/>
            <a:ext cx="5289245" cy="316838"/>
          </a:xfrm>
          <a:prstGeom prst="rect">
            <a:avLst/>
          </a:prstGeom>
        </p:spPr>
        <p:txBody>
          <a:bodyPr lIns="0" tIns="0" rIns="0" bIns="0">
            <a:noAutofit/>
          </a:bodyPr>
          <a:lstStyle>
            <a:lvl1pPr marL="0" indent="0" algn="ctr">
              <a:buNone/>
              <a:defRPr lang="en-US" sz="1599" dirty="0" smtClean="0">
                <a:solidFill>
                  <a:srgbClr val="2E2E38"/>
                </a:solidFill>
                <a:latin typeface="+mn-lt"/>
              </a:defRPr>
            </a:lvl1pPr>
          </a:lstStyle>
          <a:p>
            <a:pPr marL="356438" lvl="0" indent="-356438" algn="ctr">
              <a:spcBef>
                <a:spcPts val="0"/>
              </a:spcBef>
              <a:spcAft>
                <a:spcPts val="600"/>
              </a:spcAft>
            </a:pPr>
            <a:r>
              <a:rPr lang="en-US"/>
              <a:t>Name Surname</a:t>
            </a:r>
          </a:p>
        </p:txBody>
      </p:sp>
      <p:sp>
        <p:nvSpPr>
          <p:cNvPr id="6" name="Text Placeholder 6">
            <a:extLst>
              <a:ext uri="{FF2B5EF4-FFF2-40B4-BE49-F238E27FC236}">
                <a16:creationId xmlns:a16="http://schemas.microsoft.com/office/drawing/2014/main" xmlns="" id="{8E04541C-CC5D-4455-8271-73223AE0A881}"/>
              </a:ext>
            </a:extLst>
          </p:cNvPr>
          <p:cNvSpPr>
            <a:spLocks noGrp="1"/>
          </p:cNvSpPr>
          <p:nvPr>
            <p:ph type="body" sz="quarter" idx="12" hasCustomPrompt="1"/>
          </p:nvPr>
        </p:nvSpPr>
        <p:spPr>
          <a:xfrm>
            <a:off x="3451378" y="5818717"/>
            <a:ext cx="5289245" cy="316838"/>
          </a:xfrm>
          <a:prstGeom prst="rect">
            <a:avLst/>
          </a:prstGeom>
        </p:spPr>
        <p:txBody>
          <a:bodyPr vert="horz" lIns="0" tIns="0" rIns="0" bIns="0" rtlCol="0" anchor="t" anchorCtr="0">
            <a:noAutofit/>
          </a:bodyPr>
          <a:lstStyle>
            <a:lvl1pPr marL="0" indent="0" algn="ctr">
              <a:buNone/>
              <a:defRPr lang="en-US" sz="1599" dirty="0" smtClean="0">
                <a:solidFill>
                  <a:srgbClr val="2E2E38"/>
                </a:solidFill>
                <a:latin typeface="+mn-lt"/>
              </a:defRPr>
            </a:lvl1pPr>
          </a:lstStyle>
          <a:p>
            <a:pPr marL="356438" lvl="0" indent="-356438" algn="ctr">
              <a:spcBef>
                <a:spcPts val="0"/>
              </a:spcBef>
              <a:spcAft>
                <a:spcPts val="600"/>
              </a:spcAft>
            </a:pPr>
            <a:r>
              <a:rPr lang="en-US"/>
              <a:t>Job Title</a:t>
            </a:r>
          </a:p>
        </p:txBody>
      </p:sp>
      <p:sp>
        <p:nvSpPr>
          <p:cNvPr id="9" name="Text Placeholder 11">
            <a:extLst>
              <a:ext uri="{FF2B5EF4-FFF2-40B4-BE49-F238E27FC236}">
                <a16:creationId xmlns:a16="http://schemas.microsoft.com/office/drawing/2014/main" xmlns="" id="{FBD672D3-B116-471A-8511-D80D5D920D93}"/>
              </a:ext>
            </a:extLst>
          </p:cNvPr>
          <p:cNvSpPr txBox="1">
            <a:spLocks/>
          </p:cNvSpPr>
          <p:nvPr userDrawn="1"/>
        </p:nvSpPr>
        <p:spPr>
          <a:xfrm>
            <a:off x="4927415" y="979788"/>
            <a:ext cx="2337171" cy="882687"/>
          </a:xfrm>
          <a:prstGeom prst="rect">
            <a:avLst/>
          </a:prstGeom>
        </p:spPr>
        <p:txBody>
          <a:bodyPr lIns="0" tIns="0" rIns="0" bIns="0">
            <a:noAutofit/>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1194">
                <a:solidFill>
                  <a:schemeClr val="tx2"/>
                </a:solidFill>
                <a:latin typeface="Georgia" panose="02040502050405020303" pitchFamily="18" charset="0"/>
              </a:rPr>
              <a:t>“ </a:t>
            </a:r>
          </a:p>
        </p:txBody>
      </p:sp>
    </p:spTree>
    <p:extLst>
      <p:ext uri="{BB962C8B-B14F-4D97-AF65-F5344CB8AC3E}">
        <p14:creationId xmlns:p14="http://schemas.microsoft.com/office/powerpoint/2010/main" val="28502130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Standard slide_no bullets">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xmlns="" id="{628F8CDB-776D-4811-AE2C-217236ECDECA}"/>
              </a:ext>
            </a:extLst>
          </p:cNvPr>
          <p:cNvSpPr>
            <a:spLocks noGrp="1"/>
          </p:cNvSpPr>
          <p:nvPr>
            <p:ph type="pic" sz="quarter" idx="12"/>
          </p:nvPr>
        </p:nvSpPr>
        <p:spPr>
          <a:xfrm>
            <a:off x="6223938" y="0"/>
            <a:ext cx="5968062" cy="6858000"/>
          </a:xfrm>
          <a:prstGeom prst="rect">
            <a:avLst/>
          </a:prstGeom>
        </p:spPr>
        <p:txBody>
          <a:bodyPr/>
          <a:lstStyle/>
          <a:p>
            <a:endParaRPr lang="en-IN"/>
          </a:p>
        </p:txBody>
      </p:sp>
      <p:sp>
        <p:nvSpPr>
          <p:cNvPr id="5" name="Text Placeholder 4">
            <a:extLst>
              <a:ext uri="{FF2B5EF4-FFF2-40B4-BE49-F238E27FC236}">
                <a16:creationId xmlns:a16="http://schemas.microsoft.com/office/drawing/2014/main" xmlns="" id="{626E96BA-E9E4-496B-8CA5-6DA27B8AD7E4}"/>
              </a:ext>
            </a:extLst>
          </p:cNvPr>
          <p:cNvSpPr>
            <a:spLocks noGrp="1"/>
          </p:cNvSpPr>
          <p:nvPr>
            <p:ph type="body" sz="quarter" idx="10" hasCustomPrompt="1"/>
          </p:nvPr>
        </p:nvSpPr>
        <p:spPr>
          <a:xfrm>
            <a:off x="616900" y="2578743"/>
            <a:ext cx="4535597" cy="1055708"/>
          </a:xfrm>
          <a:prstGeom prst="rect">
            <a:avLst/>
          </a:prstGeom>
        </p:spPr>
        <p:txBody>
          <a:bodyPr/>
          <a:lstStyle>
            <a:lvl1pPr marL="0" indent="0">
              <a:buNone/>
              <a:defRPr sz="2999"/>
            </a:lvl1pPr>
          </a:lstStyle>
          <a:p>
            <a:pPr lvl="0"/>
            <a:r>
              <a:rPr lang="en-IN"/>
              <a:t>Chapter Title</a:t>
            </a:r>
          </a:p>
          <a:p>
            <a:pPr lvl="0"/>
            <a:r>
              <a:rPr lang="en-IN"/>
              <a:t>EY Interstate Light</a:t>
            </a:r>
          </a:p>
        </p:txBody>
      </p:sp>
      <p:sp>
        <p:nvSpPr>
          <p:cNvPr id="14" name="Text Placeholder 4">
            <a:extLst>
              <a:ext uri="{FF2B5EF4-FFF2-40B4-BE49-F238E27FC236}">
                <a16:creationId xmlns:a16="http://schemas.microsoft.com/office/drawing/2014/main" xmlns="" id="{1173C8A3-BA2F-497B-A214-45B02D73AF20}"/>
              </a:ext>
            </a:extLst>
          </p:cNvPr>
          <p:cNvSpPr>
            <a:spLocks noGrp="1"/>
          </p:cNvSpPr>
          <p:nvPr>
            <p:ph type="body" sz="quarter" idx="11" hasCustomPrompt="1"/>
          </p:nvPr>
        </p:nvSpPr>
        <p:spPr>
          <a:xfrm>
            <a:off x="616900" y="3840384"/>
            <a:ext cx="4535597" cy="1055708"/>
          </a:xfrm>
          <a:prstGeom prst="rect">
            <a:avLst/>
          </a:prstGeom>
        </p:spPr>
        <p:txBody>
          <a:bodyPr/>
          <a:lstStyle>
            <a:lvl1pPr marL="0" indent="0">
              <a:buNone/>
              <a:defRPr sz="1599"/>
            </a:lvl1pPr>
          </a:lstStyle>
          <a:p>
            <a:pPr lvl="0"/>
            <a:r>
              <a:rPr lang="en-IN"/>
              <a:t>text</a:t>
            </a:r>
          </a:p>
        </p:txBody>
      </p:sp>
    </p:spTree>
    <p:extLst>
      <p:ext uri="{BB962C8B-B14F-4D97-AF65-F5344CB8AC3E}">
        <p14:creationId xmlns:p14="http://schemas.microsoft.com/office/powerpoint/2010/main" val="9781851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5" name="Table Placeholder 4">
            <a:extLst>
              <a:ext uri="{FF2B5EF4-FFF2-40B4-BE49-F238E27FC236}">
                <a16:creationId xmlns:a16="http://schemas.microsoft.com/office/drawing/2014/main" xmlns="" id="{95A2BE92-ABF7-4A82-BC35-00F28F500FED}"/>
              </a:ext>
            </a:extLst>
          </p:cNvPr>
          <p:cNvSpPr>
            <a:spLocks noGrp="1"/>
          </p:cNvSpPr>
          <p:nvPr>
            <p:ph type="tbl" sz="quarter" idx="10"/>
          </p:nvPr>
        </p:nvSpPr>
        <p:spPr>
          <a:xfrm>
            <a:off x="609600" y="1137921"/>
            <a:ext cx="4954924" cy="4267457"/>
          </a:xfrm>
          <a:prstGeom prst="rect">
            <a:avLst/>
          </a:prstGeom>
        </p:spPr>
        <p:txBody>
          <a:bodyPr/>
          <a:lstStyle/>
          <a:p>
            <a:endParaRPr lang="en-IN"/>
          </a:p>
        </p:txBody>
      </p:sp>
      <p:sp>
        <p:nvSpPr>
          <p:cNvPr id="10" name="Text Placeholder 16">
            <a:extLst>
              <a:ext uri="{FF2B5EF4-FFF2-40B4-BE49-F238E27FC236}">
                <a16:creationId xmlns:a16="http://schemas.microsoft.com/office/drawing/2014/main" xmlns="" id="{DA81FCAA-64D2-4A9C-B16E-9C4E3BB431BB}"/>
              </a:ext>
            </a:extLst>
          </p:cNvPr>
          <p:cNvSpPr>
            <a:spLocks noGrp="1"/>
          </p:cNvSpPr>
          <p:nvPr>
            <p:ph type="body" sz="quarter" idx="14" hasCustomPrompt="1"/>
          </p:nvPr>
        </p:nvSpPr>
        <p:spPr>
          <a:xfrm>
            <a:off x="7129748" y="3813288"/>
            <a:ext cx="3087667" cy="180000"/>
          </a:xfrm>
          <a:prstGeom prst="rect">
            <a:avLst/>
          </a:prstGeom>
        </p:spPr>
        <p:txBody>
          <a:bodyPr/>
          <a:lstStyle>
            <a:lvl1pPr marL="0" indent="0">
              <a:buNone/>
              <a:defRPr sz="1199">
                <a:solidFill>
                  <a:schemeClr val="bg1"/>
                </a:solidFill>
              </a:defRPr>
            </a:lvl1pPr>
          </a:lstStyle>
          <a:p>
            <a:pPr lvl="0"/>
            <a:r>
              <a:rPr lang="en-US"/>
              <a:t>Name Surname</a:t>
            </a:r>
            <a:endParaRPr lang="en-GB"/>
          </a:p>
        </p:txBody>
      </p:sp>
      <p:sp>
        <p:nvSpPr>
          <p:cNvPr id="11" name="Text Placeholder 16">
            <a:extLst>
              <a:ext uri="{FF2B5EF4-FFF2-40B4-BE49-F238E27FC236}">
                <a16:creationId xmlns:a16="http://schemas.microsoft.com/office/drawing/2014/main" xmlns="" id="{03CDC117-35F2-47B2-85B2-29CB8EE7E096}"/>
              </a:ext>
            </a:extLst>
          </p:cNvPr>
          <p:cNvSpPr>
            <a:spLocks noGrp="1"/>
          </p:cNvSpPr>
          <p:nvPr>
            <p:ph type="body" sz="quarter" idx="15" hasCustomPrompt="1"/>
          </p:nvPr>
        </p:nvSpPr>
        <p:spPr>
          <a:xfrm>
            <a:off x="7129748" y="4055931"/>
            <a:ext cx="3087667" cy="180000"/>
          </a:xfrm>
          <a:prstGeom prst="rect">
            <a:avLst/>
          </a:prstGeom>
        </p:spPr>
        <p:txBody>
          <a:bodyPr/>
          <a:lstStyle>
            <a:lvl1pPr marL="0" indent="0">
              <a:buNone/>
              <a:defRPr sz="1199">
                <a:solidFill>
                  <a:schemeClr val="bg1"/>
                </a:solidFill>
              </a:defRPr>
            </a:lvl1pPr>
          </a:lstStyle>
          <a:p>
            <a:pPr lvl="0"/>
            <a:r>
              <a:rPr lang="en-US"/>
              <a:t>Job Title to go here</a:t>
            </a:r>
            <a:endParaRPr lang="en-GB"/>
          </a:p>
        </p:txBody>
      </p:sp>
      <p:sp>
        <p:nvSpPr>
          <p:cNvPr id="14" name="Picture Placeholder 19">
            <a:extLst>
              <a:ext uri="{FF2B5EF4-FFF2-40B4-BE49-F238E27FC236}">
                <a16:creationId xmlns:a16="http://schemas.microsoft.com/office/drawing/2014/main" xmlns=""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a:p>
        </p:txBody>
      </p:sp>
      <p:sp>
        <p:nvSpPr>
          <p:cNvPr id="9" name="Text Placeholder 8">
            <a:extLst>
              <a:ext uri="{FF2B5EF4-FFF2-40B4-BE49-F238E27FC236}">
                <a16:creationId xmlns:a16="http://schemas.microsoft.com/office/drawing/2014/main" xmlns="" id="{5DB83DAE-9FEB-4E9C-85BA-A34BD239275A}"/>
              </a:ext>
            </a:extLst>
          </p:cNvPr>
          <p:cNvSpPr>
            <a:spLocks noGrp="1"/>
          </p:cNvSpPr>
          <p:nvPr>
            <p:ph type="body" sz="quarter" idx="17" hasCustomPrompt="1"/>
          </p:nvPr>
        </p:nvSpPr>
        <p:spPr>
          <a:xfrm>
            <a:off x="6119821" y="1137921"/>
            <a:ext cx="5462580" cy="373807"/>
          </a:xfrm>
          <a:prstGeom prst="rect">
            <a:avLst/>
          </a:prstGeom>
        </p:spPr>
        <p:txBody>
          <a:bodyPr/>
          <a:lstStyle>
            <a:lvl1pPr marL="0" indent="0">
              <a:buNone/>
              <a:defRPr/>
            </a:lvl1pPr>
          </a:lstStyle>
          <a:p>
            <a:pPr lvl="0"/>
            <a:r>
              <a:rPr lang="en-US"/>
              <a:t>Key Takeaways</a:t>
            </a:r>
          </a:p>
        </p:txBody>
      </p:sp>
      <p:sp>
        <p:nvSpPr>
          <p:cNvPr id="15" name="Text Placeholder 8">
            <a:extLst>
              <a:ext uri="{FF2B5EF4-FFF2-40B4-BE49-F238E27FC236}">
                <a16:creationId xmlns:a16="http://schemas.microsoft.com/office/drawing/2014/main" xmlns="" id="{C1ABE303-7041-4312-AD03-0E872AEF99BE}"/>
              </a:ext>
            </a:extLst>
          </p:cNvPr>
          <p:cNvSpPr>
            <a:spLocks noGrp="1"/>
          </p:cNvSpPr>
          <p:nvPr>
            <p:ph type="body" sz="quarter" idx="18" hasCustomPrompt="1"/>
          </p:nvPr>
        </p:nvSpPr>
        <p:spPr>
          <a:xfrm>
            <a:off x="6119821" y="1635009"/>
            <a:ext cx="5462580" cy="1611554"/>
          </a:xfrm>
          <a:prstGeom prst="rect">
            <a:avLst/>
          </a:prstGeom>
        </p:spPr>
        <p:txBody>
          <a:bodyPr/>
          <a:lstStyle>
            <a:lvl1pPr marL="0" indent="0">
              <a:buNone/>
              <a:defRPr sz="1599"/>
            </a:lvl1pPr>
          </a:lstStyle>
          <a:p>
            <a:pPr lvl="0"/>
            <a:r>
              <a:rPr lang="en-US"/>
              <a:t>Content EY Interstate Light, 16pt, Lorem ipsum dolor, 12pt, </a:t>
            </a:r>
            <a:r>
              <a:rPr lang="en-US" err="1"/>
              <a:t>Utinam</a:t>
            </a:r>
            <a:r>
              <a:rPr lang="en-US"/>
              <a:t> </a:t>
            </a:r>
            <a:r>
              <a:rPr lang="en-US" err="1"/>
              <a:t>nonumy</a:t>
            </a:r>
            <a:r>
              <a:rPr lang="en-US"/>
              <a:t> </a:t>
            </a:r>
            <a:r>
              <a:rPr lang="en-US" err="1"/>
              <a:t>abhorreant</a:t>
            </a:r>
            <a:r>
              <a:rPr lang="en-US"/>
              <a:t> </a:t>
            </a:r>
            <a:r>
              <a:rPr lang="en-US" err="1"/>
              <a:t>sead</a:t>
            </a:r>
            <a:r>
              <a:rPr lang="en-US"/>
              <a:t>. </a:t>
            </a:r>
            <a:r>
              <a:rPr lang="en-US" err="1"/>
              <a:t>Putant</a:t>
            </a:r>
            <a:r>
              <a:rPr lang="en-US"/>
              <a:t> </a:t>
            </a:r>
            <a:r>
              <a:rPr lang="en-US" err="1"/>
              <a:t>probatus</a:t>
            </a:r>
            <a:r>
              <a:rPr lang="en-US"/>
              <a:t> id vis, ad his </a:t>
            </a:r>
            <a:r>
              <a:rPr lang="en-US" err="1"/>
              <a:t>meis</a:t>
            </a:r>
            <a:r>
              <a:rPr lang="en-US"/>
              <a:t> </a:t>
            </a:r>
            <a:r>
              <a:rPr lang="en-US" err="1"/>
              <a:t>habemus</a:t>
            </a:r>
            <a:r>
              <a:rPr lang="en-US"/>
              <a:t> </a:t>
            </a:r>
            <a:r>
              <a:rPr lang="en-US" err="1"/>
              <a:t>repudiare</a:t>
            </a:r>
            <a:r>
              <a:rPr lang="en-US"/>
              <a:t>, has an </a:t>
            </a:r>
            <a:r>
              <a:rPr lang="en-US" err="1"/>
              <a:t>pericula</a:t>
            </a:r>
            <a:r>
              <a:rPr lang="en-US"/>
              <a:t> </a:t>
            </a:r>
            <a:r>
              <a:rPr lang="en-US" err="1"/>
              <a:t>tractatos</a:t>
            </a:r>
            <a:r>
              <a:rPr lang="en-US"/>
              <a:t>. </a:t>
            </a:r>
            <a:r>
              <a:rPr lang="en-US" err="1"/>
              <a:t>Nec</a:t>
            </a:r>
            <a:r>
              <a:rPr lang="en-US"/>
              <a:t> </a:t>
            </a:r>
            <a:r>
              <a:rPr lang="en-US" err="1"/>
              <a:t>debitis</a:t>
            </a:r>
            <a:r>
              <a:rPr lang="en-US"/>
              <a:t> </a:t>
            </a:r>
            <a:r>
              <a:rPr lang="en-US" err="1"/>
              <a:t>dissentias</a:t>
            </a:r>
            <a:r>
              <a:rPr lang="en-US"/>
              <a:t> ad. </a:t>
            </a:r>
            <a:r>
              <a:rPr lang="en-US" err="1"/>
              <a:t>Patrioque</a:t>
            </a:r>
            <a:r>
              <a:rPr lang="en-US"/>
              <a:t> </a:t>
            </a:r>
            <a:r>
              <a:rPr lang="en-US" err="1"/>
              <a:t>voluptatum</a:t>
            </a:r>
            <a:r>
              <a:rPr lang="en-US"/>
              <a:t> </a:t>
            </a:r>
            <a:r>
              <a:rPr lang="en-US" err="1"/>
              <a:t>sed</a:t>
            </a:r>
            <a:r>
              <a:rPr lang="en-US"/>
              <a:t> ex, id </a:t>
            </a:r>
            <a:r>
              <a:rPr lang="en-US" err="1"/>
              <a:t>admodum</a:t>
            </a:r>
            <a:r>
              <a:rPr lang="en-US"/>
              <a:t>.</a:t>
            </a:r>
          </a:p>
          <a:p>
            <a:pPr lvl="0"/>
            <a:endParaRPr lang="en-US"/>
          </a:p>
        </p:txBody>
      </p:sp>
      <p:sp>
        <p:nvSpPr>
          <p:cNvPr id="20" name="Line 10">
            <a:extLst>
              <a:ext uri="{FF2B5EF4-FFF2-40B4-BE49-F238E27FC236}">
                <a16:creationId xmlns:a16="http://schemas.microsoft.com/office/drawing/2014/main" xmlns="" id="{B69EB865-6B86-419B-923C-F7DDC68C9C66}"/>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21419056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andard slide_Quote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xmlns="" id="{70507BA1-EA97-432B-8AAE-BE8FEE624583}"/>
              </a:ext>
            </a:extLst>
          </p:cNvPr>
          <p:cNvSpPr>
            <a:spLocks noGrp="1"/>
          </p:cNvSpPr>
          <p:nvPr>
            <p:ph type="pic" sz="quarter" idx="10"/>
          </p:nvPr>
        </p:nvSpPr>
        <p:spPr>
          <a:xfrm>
            <a:off x="0" y="0"/>
            <a:ext cx="12192000" cy="6858000"/>
          </a:xfrm>
          <a:prstGeom prst="rect">
            <a:avLst/>
          </a:prstGeom>
          <a:ln>
            <a:noFill/>
          </a:ln>
        </p:spPr>
        <p:txBody>
          <a:bodyPr/>
          <a:lstStyle>
            <a:lvl1pPr marL="0" indent="0" algn="ctr">
              <a:buNone/>
              <a:defRPr/>
            </a:lvl1pPr>
          </a:lstStyle>
          <a:p>
            <a:endParaRPr lang="en-IN"/>
          </a:p>
        </p:txBody>
      </p:sp>
    </p:spTree>
    <p:extLst>
      <p:ext uri="{BB962C8B-B14F-4D97-AF65-F5344CB8AC3E}">
        <p14:creationId xmlns:p14="http://schemas.microsoft.com/office/powerpoint/2010/main" val="6440874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1" y="1137920"/>
            <a:ext cx="8234455" cy="4834800"/>
          </a:xfrm>
          <a:prstGeom prst="rect">
            <a:avLst/>
          </a:prstGeom>
        </p:spPr>
        <p:txBody>
          <a:bodyPr/>
          <a:lstStyle>
            <a:lvl1pPr marL="0" indent="0">
              <a:buNone/>
              <a:defRPr>
                <a:solidFill>
                  <a:schemeClr val="bg1"/>
                </a:solidFill>
              </a:defRPr>
            </a:lvl1pPr>
            <a:lvl2pPr marL="356438">
              <a:defRPr>
                <a:solidFill>
                  <a:schemeClr val="bg1"/>
                </a:solidFill>
              </a:defRPr>
            </a:lvl2pPr>
            <a:lvl3pPr marL="712875">
              <a:defRPr>
                <a:solidFill>
                  <a:schemeClr val="bg1"/>
                </a:solidFill>
              </a:defRPr>
            </a:lvl3pPr>
            <a:lvl4pPr marL="1069313">
              <a:defRPr>
                <a:solidFill>
                  <a:schemeClr val="bg1"/>
                </a:solidFill>
              </a:defRPr>
            </a:lvl4pPr>
            <a:lvl5pPr marL="1425751">
              <a:defRPr sz="11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Line 10">
            <a:extLst>
              <a:ext uri="{FF2B5EF4-FFF2-40B4-BE49-F238E27FC236}">
                <a16:creationId xmlns:a16="http://schemas.microsoft.com/office/drawing/2014/main" xmlns="" id="{8D4CA674-C969-4C5C-9EA4-6D41FE961DE2}"/>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41061842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endParaRPr lang="en-GB"/>
          </a:p>
        </p:txBody>
      </p:sp>
      <p:sp>
        <p:nvSpPr>
          <p:cNvPr id="6" name="Line 10">
            <a:extLst>
              <a:ext uri="{FF2B5EF4-FFF2-40B4-BE49-F238E27FC236}">
                <a16:creationId xmlns:a16="http://schemas.microsoft.com/office/drawing/2014/main" xmlns="" id="{97A26880-8DD7-4A78-ADAF-91ED2E744A7C}"/>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14286205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sz="half" idx="1"/>
          </p:nvPr>
        </p:nvSpPr>
        <p:spPr>
          <a:xfrm>
            <a:off x="609601" y="1137919"/>
            <a:ext cx="5384800" cy="4834800"/>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1" y="1137919"/>
            <a:ext cx="5384800" cy="4834800"/>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Line 10">
            <a:extLst>
              <a:ext uri="{FF2B5EF4-FFF2-40B4-BE49-F238E27FC236}">
                <a16:creationId xmlns:a16="http://schemas.microsoft.com/office/drawing/2014/main" xmlns="" id="{9B070B28-7AAC-47E5-9EB5-96B8B8B88057}"/>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27770535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2329" y="1869441"/>
            <a:ext cx="5390400" cy="4256075"/>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6405" y="1869441"/>
            <a:ext cx="5390400" cy="4256075"/>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p:cNvSpPr>
            <a:spLocks noGrp="1"/>
          </p:cNvSpPr>
          <p:nvPr>
            <p:ph type="body" sz="quarter" idx="12"/>
          </p:nvPr>
        </p:nvSpPr>
        <p:spPr>
          <a:xfrm>
            <a:off x="609601" y="1137920"/>
            <a:ext cx="5390400" cy="640800"/>
          </a:xfrm>
          <a:prstGeom prst="rect">
            <a:avLst/>
          </a:prstGeom>
        </p:spPr>
        <p:txBody>
          <a:bodyPr anchor="t" anchorCtr="0"/>
          <a:lstStyle>
            <a:lvl1pPr>
              <a:buNone/>
              <a:defRPr b="1">
                <a:solidFill>
                  <a:schemeClr val="bg1"/>
                </a:solidFill>
              </a:defRPr>
            </a:lvl1pPr>
          </a:lstStyle>
          <a:p>
            <a:pPr lvl="0"/>
            <a:endParaRPr lang="en-GB"/>
          </a:p>
        </p:txBody>
      </p:sp>
      <p:sp>
        <p:nvSpPr>
          <p:cNvPr id="11" name="Text Placeholder 9"/>
          <p:cNvSpPr>
            <a:spLocks noGrp="1"/>
          </p:cNvSpPr>
          <p:nvPr>
            <p:ph type="body" sz="quarter" idx="13"/>
          </p:nvPr>
        </p:nvSpPr>
        <p:spPr>
          <a:xfrm>
            <a:off x="6196405" y="1137920"/>
            <a:ext cx="5390400" cy="640800"/>
          </a:xfrm>
          <a:prstGeom prst="rect">
            <a:avLst/>
          </a:prstGeom>
        </p:spPr>
        <p:txBody>
          <a:bodyPr anchor="t" anchorCtr="0"/>
          <a:lstStyle>
            <a:lvl1pPr>
              <a:buNone/>
              <a:defRPr b="1">
                <a:solidFill>
                  <a:schemeClr val="bg1"/>
                </a:solidFill>
              </a:defRPr>
            </a:lvl1pPr>
          </a:lstStyle>
          <a:p>
            <a:pPr lvl="0"/>
            <a:endParaRPr lang="en-GB"/>
          </a:p>
        </p:txBody>
      </p:sp>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p>
        </p:txBody>
      </p:sp>
      <p:sp>
        <p:nvSpPr>
          <p:cNvPr id="14" name="Line 10">
            <a:extLst>
              <a:ext uri="{FF2B5EF4-FFF2-40B4-BE49-F238E27FC236}">
                <a16:creationId xmlns:a16="http://schemas.microsoft.com/office/drawing/2014/main" xmlns="" id="{9773E7D9-2434-4381-A00D-27B62C086733}"/>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17748681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86774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cused data">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0631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512324"/>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702881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95314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xmlns="" id="{0052CFA6-7CF5-41BD-9D94-2D0DAE108428}"/>
              </a:ext>
            </a:extLst>
          </p:cNvPr>
          <p:cNvSpPr>
            <a:spLocks noGrp="1"/>
          </p:cNvSpPr>
          <p:nvPr>
            <p:ph type="media" sz="quarter" idx="10" hasCustomPrompt="1"/>
          </p:nvPr>
        </p:nvSpPr>
        <p:spPr>
          <a:xfrm>
            <a:off x="0" y="0"/>
            <a:ext cx="12192000" cy="6858000"/>
          </a:xfrm>
          <a:prstGeom prst="rect">
            <a:avLst/>
          </a:prstGeom>
        </p:spPr>
        <p:txBody>
          <a:bodyPr anchor="ctr"/>
          <a:lstStyle>
            <a:lvl1pPr marL="0" indent="0" algn="ctr">
              <a:buNone/>
              <a:defRPr/>
            </a:lvl1pPr>
          </a:lstStyle>
          <a:p>
            <a:r>
              <a:rPr lang="en-IN"/>
              <a:t>Video</a:t>
            </a:r>
          </a:p>
        </p:txBody>
      </p:sp>
    </p:spTree>
    <p:extLst>
      <p:ext uri="{BB962C8B-B14F-4D97-AF65-F5344CB8AC3E}">
        <p14:creationId xmlns:p14="http://schemas.microsoft.com/office/powerpoint/2010/main" val="8718205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483" y="719139"/>
            <a:ext cx="4675200" cy="5210062"/>
          </a:xfrm>
          <a:prstGeom prst="rect">
            <a:avLst/>
          </a:prstGeo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EYInterstate Light" panose="02000506000000020004" pitchFamily="2"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52420383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89174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Cover alternate">
    <p:spTree>
      <p:nvGrpSpPr>
        <p:cNvPr id="1" name=""/>
        <p:cNvGrpSpPr/>
        <p:nvPr/>
      </p:nvGrpSpPr>
      <p:grpSpPr>
        <a:xfrm>
          <a:off x="0" y="0"/>
          <a:ext cx="0" cy="0"/>
          <a:chOff x="0" y="0"/>
          <a:chExt cx="0" cy="0"/>
        </a:xfrm>
      </p:grpSpPr>
      <p:sp>
        <p:nvSpPr>
          <p:cNvPr id="8" name="Freeform 5"/>
          <p:cNvSpPr>
            <a:spLocks noChangeAspect="1"/>
          </p:cNvSpPr>
          <p:nvPr userDrawn="1"/>
        </p:nvSpPr>
        <p:spPr bwMode="gray">
          <a:xfrm rot="10800000">
            <a:off x="609283" y="457200"/>
            <a:ext cx="4255152" cy="2694473"/>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chemeClr val="tx2"/>
          </a:solidFill>
          <a:ln w="9525">
            <a:noFill/>
            <a:round/>
            <a:headEnd/>
            <a:tailEnd/>
          </a:ln>
        </p:spPr>
        <p:txBody>
          <a:bodyPr vert="horz" wrap="square" lIns="91392" tIns="45696" rIns="91392" bIns="45696" numCol="1" anchor="t" anchorCtr="0" compatLnSpc="1">
            <a:prstTxWarp prst="textNoShape">
              <a:avLst/>
            </a:prstTxWarp>
          </a:bodyPr>
          <a:lstStyle/>
          <a:p>
            <a:endParaRPr lang="en-GB" sz="1799"/>
          </a:p>
        </p:txBody>
      </p:sp>
      <p:sp>
        <p:nvSpPr>
          <p:cNvPr id="9" name="Title 1"/>
          <p:cNvSpPr>
            <a:spLocks noGrp="1"/>
          </p:cNvSpPr>
          <p:nvPr>
            <p:ph type="ctrTitle"/>
          </p:nvPr>
        </p:nvSpPr>
        <p:spPr>
          <a:xfrm>
            <a:off x="845136" y="1235056"/>
            <a:ext cx="3203645" cy="534921"/>
          </a:xfrm>
        </p:spPr>
        <p:txBody>
          <a:bodyPr/>
          <a:lstStyle>
            <a:lvl1pPr>
              <a:defRPr>
                <a:solidFill>
                  <a:srgbClr val="404040"/>
                </a:solidFill>
                <a:latin typeface="+mn-lt"/>
                <a:cs typeface="Arial" pitchFamily="34" charset="0"/>
              </a:defRPr>
            </a:lvl1pPr>
          </a:lstStyle>
          <a:p>
            <a:r>
              <a:rPr lang="en-US"/>
              <a:t>Click to edit Master title style</a:t>
            </a:r>
            <a:endParaRPr lang="en-GB"/>
          </a:p>
        </p:txBody>
      </p:sp>
      <p:sp>
        <p:nvSpPr>
          <p:cNvPr id="10" name="Subtitle 2"/>
          <p:cNvSpPr>
            <a:spLocks noGrp="1"/>
          </p:cNvSpPr>
          <p:nvPr>
            <p:ph type="subTitle" idx="1"/>
          </p:nvPr>
        </p:nvSpPr>
        <p:spPr>
          <a:xfrm>
            <a:off x="845136" y="2242676"/>
            <a:ext cx="3203645" cy="401466"/>
          </a:xfrm>
        </p:spPr>
        <p:txBody>
          <a:bodyPr/>
          <a:lstStyle>
            <a:lvl1pPr marL="0" indent="0" algn="l">
              <a:buNone/>
              <a:defRPr sz="1999">
                <a:solidFill>
                  <a:srgbClr val="404040"/>
                </a:solidFill>
                <a:latin typeface="+mn-lt"/>
                <a:cs typeface="Arial" pitchFamily="34" charset="0"/>
              </a:defRPr>
            </a:lvl1pPr>
            <a:lvl2pPr marL="0" indent="0" algn="l">
              <a:buNone/>
              <a:defRPr sz="1599">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13" name="Group 4">
            <a:extLst>
              <a:ext uri="{FF2B5EF4-FFF2-40B4-BE49-F238E27FC236}">
                <a16:creationId xmlns:a16="http://schemas.microsoft.com/office/drawing/2014/main" xmlns="" id="{18E9E051-BDE2-44EF-88FF-F379B291A8AD}"/>
              </a:ext>
            </a:extLst>
          </p:cNvPr>
          <p:cNvGrpSpPr>
            <a:grpSpLocks noChangeAspect="1"/>
          </p:cNvGrpSpPr>
          <p:nvPr userDrawn="1"/>
        </p:nvGrpSpPr>
        <p:grpSpPr bwMode="auto">
          <a:xfrm>
            <a:off x="10359392" y="4960938"/>
            <a:ext cx="1224912" cy="1435100"/>
            <a:chOff x="6529" y="3125"/>
            <a:chExt cx="772" cy="904"/>
          </a:xfrm>
        </p:grpSpPr>
        <p:sp>
          <p:nvSpPr>
            <p:cNvPr id="14" name="Freeform 5">
              <a:extLst>
                <a:ext uri="{FF2B5EF4-FFF2-40B4-BE49-F238E27FC236}">
                  <a16:creationId xmlns:a16="http://schemas.microsoft.com/office/drawing/2014/main" xmlns="" id="{CE181BAA-E545-42AF-BC6A-8F6EDA1E9D56}"/>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 name="Freeform 6">
              <a:extLst>
                <a:ext uri="{FF2B5EF4-FFF2-40B4-BE49-F238E27FC236}">
                  <a16:creationId xmlns:a16="http://schemas.microsoft.com/office/drawing/2014/main" xmlns="" id="{52C48BCA-E317-4540-B247-1007157720F9}"/>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6764587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1" y="201600"/>
            <a:ext cx="10972800" cy="419088"/>
          </a:xfrm>
        </p:spPr>
        <p:txBody>
          <a:bodyPr/>
          <a:lstStyle>
            <a:lvl1pPr>
              <a:defRPr>
                <a:solidFill>
                  <a:srgbClr val="646464"/>
                </a:solidFill>
              </a:defRPr>
            </a:lvl1pPr>
          </a:lstStyle>
          <a:p>
            <a:r>
              <a:rPr lang="en-US"/>
              <a:t>Click to edit Master title style</a:t>
            </a:r>
            <a:endParaRPr lang="en-GB"/>
          </a:p>
        </p:txBody>
      </p:sp>
      <p:sp>
        <p:nvSpPr>
          <p:cNvPr id="7" name="Line 10"/>
          <p:cNvSpPr>
            <a:spLocks noChangeShapeType="1"/>
          </p:cNvSpPr>
          <p:nvPr userDrawn="1"/>
        </p:nvSpPr>
        <p:spPr bwMode="auto">
          <a:xfrm>
            <a:off x="609601" y="1044000"/>
            <a:ext cx="109728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a:solidFill>
                <a:srgbClr val="646464"/>
              </a:solidFill>
            </a:endParaRPr>
          </a:p>
        </p:txBody>
      </p:sp>
      <p:sp>
        <p:nvSpPr>
          <p:cNvPr id="10" name="Text Placeholder 10"/>
          <p:cNvSpPr>
            <a:spLocks noGrp="1"/>
          </p:cNvSpPr>
          <p:nvPr>
            <p:ph type="body" sz="quarter" idx="11"/>
          </p:nvPr>
        </p:nvSpPr>
        <p:spPr>
          <a:xfrm>
            <a:off x="609601" y="566087"/>
            <a:ext cx="10972800" cy="442800"/>
          </a:xfrm>
          <a:prstGeom prst="rect">
            <a:avLst/>
          </a:prstGeom>
        </p:spPr>
        <p:txBody>
          <a:bodyPr/>
          <a:lstStyle>
            <a:lvl1pPr marL="0" indent="0">
              <a:buNone/>
              <a:defRPr sz="2199">
                <a:latin typeface="+mj-lt"/>
              </a:defRPr>
            </a:lvl1pPr>
          </a:lstStyle>
          <a:p>
            <a:pPr lvl="0"/>
            <a:r>
              <a:rPr lang="en-US"/>
              <a:t>Click to edit Master</a:t>
            </a:r>
            <a:endParaRPr lang="en-IN"/>
          </a:p>
        </p:txBody>
      </p:sp>
    </p:spTree>
    <p:extLst>
      <p:ext uri="{BB962C8B-B14F-4D97-AF65-F5344CB8AC3E}">
        <p14:creationId xmlns:p14="http://schemas.microsoft.com/office/powerpoint/2010/main" val="1772735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theme" Target="../theme/theme2.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5F60130-FE90-2686-340A-62D7926F3F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8BEB1FD-E900-1328-F99C-0A6CA65033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E10A65A-3C5B-C6F8-1F3B-52BBBE39F0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F0B9DB-266E-4A13-96E9-1D00DA8E9BCD}" type="datetime1">
              <a:rPr lang="en-IN" smtClean="0"/>
              <a:t>14-02-2026</a:t>
            </a:fld>
            <a:endParaRPr lang="en-IN"/>
          </a:p>
        </p:txBody>
      </p:sp>
      <p:sp>
        <p:nvSpPr>
          <p:cNvPr id="5" name="Footer Placeholder 4">
            <a:extLst>
              <a:ext uri="{FF2B5EF4-FFF2-40B4-BE49-F238E27FC236}">
                <a16:creationId xmlns:a16="http://schemas.microsoft.com/office/drawing/2014/main" xmlns="" id="{8BE8ED1A-BC4B-8264-03FA-8230C19619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0BC85714-F9F4-5A11-5BC7-D36D3CFE19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1F1FE-085D-4934-9B29-4A0B9B603379}" type="slidenum">
              <a:rPr lang="en-IN" smtClean="0"/>
              <a:t>‹#›</a:t>
            </a:fld>
            <a:endParaRPr lang="en-IN"/>
          </a:p>
        </p:txBody>
      </p:sp>
      <p:sp>
        <p:nvSpPr>
          <p:cNvPr id="8" name="TextBox 7">
            <a:extLst>
              <a:ext uri="{FF2B5EF4-FFF2-40B4-BE49-F238E27FC236}">
                <a16:creationId xmlns:a16="http://schemas.microsoft.com/office/drawing/2014/main" xmlns="" id="{60016C63-1A80-B9F2-A283-04CBBA506077}"/>
              </a:ext>
            </a:extLst>
          </p:cNvPr>
          <p:cNvSpPr txBox="1"/>
          <p:nvPr>
            <p:extLst>
              <p:ext uri="{1162E1C5-73C7-4A58-AE30-91384D911F3F}">
                <p184:classification xmlns:p184="http://schemas.microsoft.com/office/powerpoint/2018/4/main" xmlns="" val="ftr"/>
              </p:ext>
            </p:extLst>
          </p:nvPr>
        </p:nvSpPr>
        <p:spPr>
          <a:xfrm>
            <a:off x="63500" y="6642100"/>
            <a:ext cx="1382713" cy="152400"/>
          </a:xfrm>
          <a:prstGeom prst="rect">
            <a:avLst/>
          </a:prstGeom>
        </p:spPr>
        <p:txBody>
          <a:bodyPr horzOverflow="overflow" lIns="0" tIns="0" rIns="0" bIns="0">
            <a:spAutoFit/>
          </a:bodyPr>
          <a:lstStyle/>
          <a:p>
            <a:pPr algn="l"/>
            <a:r>
              <a:rPr lang="en-IN" sz="1000">
                <a:solidFill>
                  <a:srgbClr val="000000">
                    <a:alpha val="50000"/>
                  </a:srgbClr>
                </a:solidFill>
                <a:latin typeface="Aptos" panose="020B0004020202020204" pitchFamily="34" charset="0"/>
              </a:rPr>
              <a:t>Data sensitivity - Internal</a:t>
            </a:r>
          </a:p>
        </p:txBody>
      </p:sp>
    </p:spTree>
    <p:extLst>
      <p:ext uri="{BB962C8B-B14F-4D97-AF65-F5344CB8AC3E}">
        <p14:creationId xmlns:p14="http://schemas.microsoft.com/office/powerpoint/2010/main" val="8481230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91"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294200"/>
            <a:ext cx="10972800" cy="590880"/>
          </a:xfrm>
          <a:prstGeom prst="rect">
            <a:avLst/>
          </a:prstGeom>
        </p:spPr>
        <p:txBody>
          <a:bodyPr vert="horz" lIns="0" tIns="0" rIns="0" bIns="0" rtlCol="0" anchor="t" anchorCtr="0">
            <a:noAutofit/>
          </a:bodyPr>
          <a:lstStyle/>
          <a:p>
            <a:r>
              <a:rPr lang="en-US"/>
              <a:t>Click to edit Master title style</a:t>
            </a:r>
            <a:endParaRPr lang="en-GB"/>
          </a:p>
        </p:txBody>
      </p:sp>
      <p:sp>
        <p:nvSpPr>
          <p:cNvPr id="4" name="TextBox 3">
            <a:extLst>
              <a:ext uri="{FF2B5EF4-FFF2-40B4-BE49-F238E27FC236}">
                <a16:creationId xmlns:a16="http://schemas.microsoft.com/office/drawing/2014/main" xmlns="" id="{A15A37C9-F3D3-693B-127C-09373C0496A5}"/>
              </a:ext>
            </a:extLst>
          </p:cNvPr>
          <p:cNvSpPr txBox="1"/>
          <p:nvPr>
            <p:extLst>
              <p:ext uri="{1162E1C5-73C7-4A58-AE30-91384D911F3F}">
                <p184:classification xmlns:p184="http://schemas.microsoft.com/office/powerpoint/2018/4/main" xmlns="" val="ftr"/>
              </p:ext>
            </p:extLst>
          </p:nvPr>
        </p:nvSpPr>
        <p:spPr>
          <a:xfrm>
            <a:off x="63500" y="6642100"/>
            <a:ext cx="1382713" cy="152400"/>
          </a:xfrm>
          <a:prstGeom prst="rect">
            <a:avLst/>
          </a:prstGeom>
        </p:spPr>
        <p:txBody>
          <a:bodyPr horzOverflow="overflow" lIns="0" tIns="0" rIns="0" bIns="0">
            <a:spAutoFit/>
          </a:bodyPr>
          <a:lstStyle/>
          <a:p>
            <a:pPr algn="l"/>
            <a:r>
              <a:rPr lang="en-IN" sz="1000">
                <a:solidFill>
                  <a:srgbClr val="000000">
                    <a:alpha val="50000"/>
                  </a:srgbClr>
                </a:solidFill>
                <a:latin typeface="Aptos" panose="020B0004020202020204" pitchFamily="34" charset="0"/>
              </a:rPr>
              <a:t>Data sensitivity - Internal</a:t>
            </a:r>
          </a:p>
        </p:txBody>
      </p:sp>
    </p:spTree>
    <p:extLst>
      <p:ext uri="{BB962C8B-B14F-4D97-AF65-F5344CB8AC3E}">
        <p14:creationId xmlns:p14="http://schemas.microsoft.com/office/powerpoint/2010/main" val="37793843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7" r:id="rId26"/>
    <p:sldLayoutId id="2147483688" r:id="rId27"/>
  </p:sldLayoutIdLst>
  <p:hf sldNum="0" hdr="0" ftr="0" dt="0"/>
  <p:txStyles>
    <p:titleStyle>
      <a:lvl1pPr algn="l" defTabSz="913943" rtl="0" eaLnBrk="1" latinLnBrk="0" hangingPunct="1">
        <a:lnSpc>
          <a:spcPct val="85000"/>
        </a:lnSpc>
        <a:spcBef>
          <a:spcPct val="0"/>
        </a:spcBef>
        <a:buNone/>
        <a:defRPr sz="2399" b="0" kern="1200">
          <a:solidFill>
            <a:schemeClr val="bg1"/>
          </a:solidFill>
          <a:latin typeface="EYInterstate Light" panose="02000506000000020004" pitchFamily="2" charset="0"/>
          <a:ea typeface="+mj-ea"/>
          <a:cs typeface="Arial" pitchFamily="34" charset="0"/>
        </a:defRPr>
      </a:lvl1pPr>
    </p:titleStyle>
    <p:bodyStyle>
      <a:lvl1pPr marL="356438" indent="-356438" algn="l" defTabSz="913943" rtl="0" eaLnBrk="1" latinLnBrk="0" hangingPunct="1">
        <a:spcBef>
          <a:spcPct val="20000"/>
        </a:spcBef>
        <a:buClr>
          <a:schemeClr val="tx2"/>
        </a:buClr>
        <a:buSzPct val="70000"/>
        <a:buFont typeface="Arial" pitchFamily="34" charset="0"/>
        <a:buChar char="►"/>
        <a:defRPr sz="1999" kern="1200">
          <a:solidFill>
            <a:schemeClr val="bg1"/>
          </a:solidFill>
          <a:latin typeface="EYInterstate Light" panose="02000506000000020004" pitchFamily="2" charset="0"/>
          <a:ea typeface="+mn-ea"/>
          <a:cs typeface="+mn-cs"/>
        </a:defRPr>
      </a:lvl1pPr>
      <a:lvl2pPr marL="712875" indent="-356438" algn="l" defTabSz="913943" rtl="0" eaLnBrk="1" latinLnBrk="0" hangingPunct="1">
        <a:spcBef>
          <a:spcPct val="20000"/>
        </a:spcBef>
        <a:buClr>
          <a:schemeClr val="tx2"/>
        </a:buClr>
        <a:buSzPct val="70000"/>
        <a:buFont typeface="Arial" pitchFamily="34" charset="0"/>
        <a:buChar char="►"/>
        <a:defRPr sz="1799" kern="1200">
          <a:solidFill>
            <a:schemeClr val="bg1"/>
          </a:solidFill>
          <a:latin typeface="EYInterstate Light" panose="02000506000000020004" pitchFamily="2" charset="0"/>
          <a:ea typeface="+mn-ea"/>
          <a:cs typeface="+mn-cs"/>
        </a:defRPr>
      </a:lvl2pPr>
      <a:lvl3pPr marL="1069313" indent="-356438" algn="l" defTabSz="913943" rtl="0" eaLnBrk="1" latinLnBrk="0" hangingPunct="1">
        <a:spcBef>
          <a:spcPct val="20000"/>
        </a:spcBef>
        <a:buClr>
          <a:schemeClr val="tx2"/>
        </a:buClr>
        <a:buSzPct val="70000"/>
        <a:buFont typeface="Arial" pitchFamily="34" charset="0"/>
        <a:buChar char="►"/>
        <a:defRPr sz="1599" kern="1200">
          <a:solidFill>
            <a:schemeClr val="bg1"/>
          </a:solidFill>
          <a:latin typeface="EYInterstate Light" panose="02000506000000020004" pitchFamily="2" charset="0"/>
          <a:ea typeface="+mn-ea"/>
          <a:cs typeface="+mn-cs"/>
        </a:defRPr>
      </a:lvl3pPr>
      <a:lvl4pPr marL="1425751" indent="-356438" algn="l" defTabSz="913943" rtl="0" eaLnBrk="1" latinLnBrk="0" hangingPunct="1">
        <a:spcBef>
          <a:spcPct val="20000"/>
        </a:spcBef>
        <a:buClr>
          <a:schemeClr val="tx2"/>
        </a:buClr>
        <a:buSzPct val="70000"/>
        <a:buFont typeface="Arial" pitchFamily="34" charset="0"/>
        <a:buChar char="►"/>
        <a:defRPr sz="1399" kern="1200">
          <a:solidFill>
            <a:schemeClr val="bg1"/>
          </a:solidFill>
          <a:latin typeface="EYInterstate Light" panose="02000506000000020004" pitchFamily="2" charset="0"/>
          <a:ea typeface="+mn-ea"/>
          <a:cs typeface="+mn-cs"/>
        </a:defRPr>
      </a:lvl4pPr>
      <a:lvl5pPr marL="1782188" indent="-356438" algn="l" defTabSz="913943" rtl="0" eaLnBrk="1" latinLnBrk="0" hangingPunct="1">
        <a:spcBef>
          <a:spcPct val="20000"/>
        </a:spcBef>
        <a:buClr>
          <a:schemeClr val="tx2"/>
        </a:buClr>
        <a:buSzPct val="70000"/>
        <a:buFont typeface="Arial" pitchFamily="34" charset="0"/>
        <a:buChar char="►"/>
        <a:defRPr sz="1199" kern="1200">
          <a:solidFill>
            <a:schemeClr val="bg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2">
          <p15:clr>
            <a:srgbClr val="F26B43"/>
          </p15:clr>
        </p15:guide>
        <p15:guide id="3" pos="384">
          <p15:clr>
            <a:srgbClr val="F26B43"/>
          </p15:clr>
        </p15:guide>
        <p15:guide id="4" pos="7302">
          <p15:clr>
            <a:srgbClr val="F26B43"/>
          </p15:clr>
        </p15:guide>
        <p15:guide id="5" orient="horz" pos="712">
          <p15:clr>
            <a:srgbClr val="F26B43"/>
          </p15:clr>
        </p15:guide>
        <p15:guide id="6" orient="horz" pos="3840">
          <p15:clr>
            <a:srgbClr val="F26B43"/>
          </p15:clr>
        </p15:guide>
        <p15:guide id="7" orient="horz" pos="4199">
          <p15:clr>
            <a:srgbClr val="F26B43"/>
          </p15:clr>
        </p15:guide>
        <p15:guide id="8" orient="horz" pos="173">
          <p15:clr>
            <a:srgbClr val="F26B43"/>
          </p15:clr>
        </p15:guide>
        <p15:guide id="9" orient="horz" pos="399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Water Wave Transparent &amp; PNG Clipart Free Download - YWD">
            <a:extLst>
              <a:ext uri="{FF2B5EF4-FFF2-40B4-BE49-F238E27FC236}">
                <a16:creationId xmlns:a16="http://schemas.microsoft.com/office/drawing/2014/main" xmlns="" id="{F4E77448-4EFA-0DE1-3C79-05DB21FD5FAD}"/>
              </a:ext>
            </a:extLst>
          </p:cNvPr>
          <p:cNvPicPr>
            <a:picLocks noChangeArrowheads="1"/>
          </p:cNvPicPr>
          <p:nvPr/>
        </p:nvPicPr>
        <p:blipFill rotWithShape="1">
          <a:blip r:embed="rId2" cstate="email">
            <a:extLst>
              <a:ext uri="{28A0092B-C50C-407E-A947-70E740481C1C}">
                <a14:useLocalDpi xmlns:a14="http://schemas.microsoft.com/office/drawing/2010/main"/>
              </a:ext>
            </a:extLst>
          </a:blip>
          <a:srcRect b="10450"/>
          <a:stretch/>
        </p:blipFill>
        <p:spPr bwMode="auto">
          <a:xfrm>
            <a:off x="-25707" y="4438650"/>
            <a:ext cx="12192000" cy="241935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xmlns="" id="{C2C7A666-26BA-69DD-A14E-A11E66165609}"/>
              </a:ext>
            </a:extLst>
          </p:cNvPr>
          <p:cNvSpPr>
            <a:spLocks noGrp="1"/>
          </p:cNvSpPr>
          <p:nvPr>
            <p:ph type="sldNum" sz="quarter" idx="12"/>
          </p:nvPr>
        </p:nvSpPr>
        <p:spPr>
          <a:xfrm>
            <a:off x="9281160" y="6396990"/>
            <a:ext cx="2743200" cy="365125"/>
          </a:xfrm>
        </p:spPr>
        <p:txBody>
          <a:bodyPr/>
          <a:lstStyle/>
          <a:p>
            <a:fld id="{5071F1FE-085D-4934-9B29-4A0B9B603379}" type="slidenum">
              <a:rPr lang="en-IN" smtClean="0"/>
              <a:t>1</a:t>
            </a:fld>
            <a:endParaRPr lang="en-IN"/>
          </a:p>
        </p:txBody>
      </p:sp>
      <p:sp>
        <p:nvSpPr>
          <p:cNvPr id="5" name="Rectangle 4">
            <a:extLst>
              <a:ext uri="{FF2B5EF4-FFF2-40B4-BE49-F238E27FC236}">
                <a16:creationId xmlns:a16="http://schemas.microsoft.com/office/drawing/2014/main" xmlns="" id="{A14C8B90-6ADE-942C-6293-9B7FCD62D9FD}"/>
              </a:ext>
            </a:extLst>
          </p:cNvPr>
          <p:cNvSpPr/>
          <p:nvPr/>
        </p:nvSpPr>
        <p:spPr>
          <a:xfrm>
            <a:off x="1436666" y="1816598"/>
            <a:ext cx="9144000" cy="1987200"/>
          </a:xfrm>
          <a:prstGeom prst="rect">
            <a:avLst/>
          </a:prstGeom>
          <a:solidFill>
            <a:srgbClr val="2E7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xmlns="" id="{A096356E-2508-FD08-8968-1338A9B342D8}"/>
              </a:ext>
            </a:extLst>
          </p:cNvPr>
          <p:cNvSpPr/>
          <p:nvPr/>
        </p:nvSpPr>
        <p:spPr>
          <a:xfrm>
            <a:off x="1436665" y="546256"/>
            <a:ext cx="9143999" cy="1015663"/>
          </a:xfrm>
          <a:prstGeom prst="rect">
            <a:avLst/>
          </a:prstGeom>
        </p:spPr>
        <p:txBody>
          <a:bodyPr wrap="square">
            <a:spAutoFit/>
          </a:bodyPr>
          <a:lstStyle/>
          <a:p>
            <a:pPr algn="ctr"/>
            <a:r>
              <a:rPr lang="en-IN" sz="6000" b="1" dirty="0">
                <a:solidFill>
                  <a:srgbClr val="2E73B6"/>
                </a:solidFill>
                <a:cs typeface="Calibri" panose="020F0502020204030204" pitchFamily="34" charset="0"/>
              </a:rPr>
              <a:t>Madhya Pradesh </a:t>
            </a:r>
            <a:r>
              <a:rPr lang="en-IN" sz="6000" b="1" dirty="0" err="1">
                <a:solidFill>
                  <a:srgbClr val="2E73B6"/>
                </a:solidFill>
                <a:cs typeface="Calibri" panose="020F0502020204030204" pitchFamily="34" charset="0"/>
              </a:rPr>
              <a:t>Jal</a:t>
            </a:r>
            <a:r>
              <a:rPr lang="en-IN" sz="6000" b="1" dirty="0">
                <a:solidFill>
                  <a:srgbClr val="2E73B6"/>
                </a:solidFill>
                <a:cs typeface="Calibri" panose="020F0502020204030204" pitchFamily="34" charset="0"/>
              </a:rPr>
              <a:t> Nigam</a:t>
            </a:r>
            <a:endParaRPr lang="hi-IN" sz="6000" b="1" dirty="0">
              <a:solidFill>
                <a:srgbClr val="2E73B6"/>
              </a:solidFill>
              <a:cs typeface="Kokila" panose="020B0604020202020204" pitchFamily="34" charset="0"/>
            </a:endParaRPr>
          </a:p>
        </p:txBody>
      </p:sp>
      <p:pic>
        <p:nvPicPr>
          <p:cNvPr id="7" name="Picture 6">
            <a:extLst>
              <a:ext uri="{FF2B5EF4-FFF2-40B4-BE49-F238E27FC236}">
                <a16:creationId xmlns:a16="http://schemas.microsoft.com/office/drawing/2014/main" xmlns="" id="{21034762-2AF2-37A6-4E11-814DEC6A265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139423" y="2004110"/>
            <a:ext cx="2229380" cy="1575410"/>
          </a:xfrm>
          <a:prstGeom prst="rect">
            <a:avLst/>
          </a:prstGeom>
        </p:spPr>
      </p:pic>
      <p:pic>
        <p:nvPicPr>
          <p:cNvPr id="8" name="Picture 7">
            <a:extLst>
              <a:ext uri="{FF2B5EF4-FFF2-40B4-BE49-F238E27FC236}">
                <a16:creationId xmlns:a16="http://schemas.microsoft.com/office/drawing/2014/main" xmlns="" id="{5F427926-C576-4079-8C60-D262E0FEA19A}"/>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479823" y="2004110"/>
            <a:ext cx="2052417" cy="1575410"/>
          </a:xfrm>
          <a:prstGeom prst="rect">
            <a:avLst/>
          </a:prstGeom>
        </p:spPr>
      </p:pic>
      <p:pic>
        <p:nvPicPr>
          <p:cNvPr id="9" name="Picture 8">
            <a:extLst>
              <a:ext uri="{FF2B5EF4-FFF2-40B4-BE49-F238E27FC236}">
                <a16:creationId xmlns:a16="http://schemas.microsoft.com/office/drawing/2014/main" xmlns="" id="{5428B3BE-E014-326E-4B77-9F9A03A01727}"/>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634332" y="2004110"/>
            <a:ext cx="2396987" cy="1575410"/>
          </a:xfrm>
          <a:prstGeom prst="rect">
            <a:avLst/>
          </a:prstGeom>
        </p:spPr>
      </p:pic>
      <p:pic>
        <p:nvPicPr>
          <p:cNvPr id="10" name="Picture 4">
            <a:extLst>
              <a:ext uri="{FF2B5EF4-FFF2-40B4-BE49-F238E27FC236}">
                <a16:creationId xmlns:a16="http://schemas.microsoft.com/office/drawing/2014/main" xmlns="" id="{7209B32C-0075-F084-E78D-7BBF474E899F}"/>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541440" y="2004110"/>
            <a:ext cx="1977490" cy="1575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xmlns="" id="{D3F1404D-2678-C1C6-AB12-A1E824082E92}"/>
              </a:ext>
            </a:extLst>
          </p:cNvPr>
          <p:cNvPicPr>
            <a:picLocks noChangeAspect="1"/>
          </p:cNvPicPr>
          <p:nvPr/>
        </p:nvPicPr>
        <p:blipFill rotWithShape="1">
          <a:blip r:embed="rId7"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0580665" y="128916"/>
            <a:ext cx="1385765" cy="1449514"/>
          </a:xfrm>
          <a:prstGeom prst="rect">
            <a:avLst/>
          </a:prstGeom>
        </p:spPr>
      </p:pic>
      <p:sp>
        <p:nvSpPr>
          <p:cNvPr id="12" name="TextBox 11">
            <a:extLst>
              <a:ext uri="{FF2B5EF4-FFF2-40B4-BE49-F238E27FC236}">
                <a16:creationId xmlns:a16="http://schemas.microsoft.com/office/drawing/2014/main" xmlns="" id="{F048B9A9-07CE-12BD-EEE2-CA436C3D8EB3}"/>
              </a:ext>
            </a:extLst>
          </p:cNvPr>
          <p:cNvSpPr txBox="1"/>
          <p:nvPr/>
        </p:nvSpPr>
        <p:spPr>
          <a:xfrm>
            <a:off x="2983319" y="5294382"/>
            <a:ext cx="6096000" cy="523220"/>
          </a:xfrm>
          <a:prstGeom prst="rect">
            <a:avLst/>
          </a:prstGeom>
          <a:noFill/>
        </p:spPr>
        <p:txBody>
          <a:bodyPr wrap="square">
            <a:spAutoFit/>
          </a:bodyPr>
          <a:lstStyle/>
          <a:p>
            <a:pPr algn="ctr"/>
            <a:r>
              <a:rPr lang="en-IN" sz="2800" b="1" dirty="0" smtClean="0">
                <a:solidFill>
                  <a:schemeClr val="accent5">
                    <a:lumMod val="75000"/>
                  </a:schemeClr>
                </a:solidFill>
                <a:cs typeface="Calibri" panose="020F0502020204030204" pitchFamily="34" charset="0"/>
              </a:rPr>
              <a:t>28</a:t>
            </a:r>
            <a:r>
              <a:rPr lang="en-IN" sz="2800" b="1" baseline="30000" dirty="0" smtClean="0">
                <a:solidFill>
                  <a:schemeClr val="accent5">
                    <a:lumMod val="75000"/>
                  </a:schemeClr>
                </a:solidFill>
                <a:cs typeface="Calibri" panose="020F0502020204030204" pitchFamily="34" charset="0"/>
              </a:rPr>
              <a:t>th</a:t>
            </a:r>
            <a:r>
              <a:rPr lang="en-IN" sz="2800" b="1" dirty="0" smtClean="0">
                <a:solidFill>
                  <a:schemeClr val="accent5">
                    <a:lumMod val="75000"/>
                  </a:schemeClr>
                </a:solidFill>
                <a:cs typeface="Calibri" panose="020F0502020204030204" pitchFamily="34" charset="0"/>
              </a:rPr>
              <a:t> January 2026</a:t>
            </a:r>
            <a:endParaRPr lang="hi-IN" sz="2800" b="1" dirty="0">
              <a:solidFill>
                <a:schemeClr val="accent5">
                  <a:lumMod val="75000"/>
                </a:schemeClr>
              </a:solidFill>
              <a:cs typeface="Kokila" panose="020B0604020202020204" pitchFamily="34" charset="0"/>
            </a:endParaRPr>
          </a:p>
        </p:txBody>
      </p:sp>
      <p:sp>
        <p:nvSpPr>
          <p:cNvPr id="2" name="TextBox 1">
            <a:extLst>
              <a:ext uri="{FF2B5EF4-FFF2-40B4-BE49-F238E27FC236}">
                <a16:creationId xmlns:a16="http://schemas.microsoft.com/office/drawing/2014/main" xmlns="" id="{38F185EA-E0C3-007A-75C7-A730F76C7ADD}"/>
              </a:ext>
            </a:extLst>
          </p:cNvPr>
          <p:cNvSpPr txBox="1"/>
          <p:nvPr/>
        </p:nvSpPr>
        <p:spPr>
          <a:xfrm>
            <a:off x="1436664" y="3807479"/>
            <a:ext cx="9143999" cy="523220"/>
          </a:xfrm>
          <a:prstGeom prst="rect">
            <a:avLst/>
          </a:prstGeom>
          <a:noFill/>
        </p:spPr>
        <p:txBody>
          <a:bodyPr wrap="square">
            <a:spAutoFit/>
          </a:bodyPr>
          <a:lstStyle/>
          <a:p>
            <a:pPr algn="ctr">
              <a:lnSpc>
                <a:spcPct val="100000"/>
              </a:lnSpc>
            </a:pPr>
            <a:r>
              <a:rPr lang="en-US" sz="2800" b="1" dirty="0" err="1" smtClean="0">
                <a:solidFill>
                  <a:srgbClr val="996633"/>
                </a:solidFill>
                <a:cs typeface="Kokila" panose="020B0604020202020204" pitchFamily="34" charset="0"/>
              </a:rPr>
              <a:t>Jal</a:t>
            </a:r>
            <a:r>
              <a:rPr lang="en-US" sz="2800" b="1" dirty="0" smtClean="0">
                <a:solidFill>
                  <a:srgbClr val="996633"/>
                </a:solidFill>
                <a:cs typeface="Kokila" panose="020B0604020202020204" pitchFamily="34" charset="0"/>
              </a:rPr>
              <a:t> </a:t>
            </a:r>
            <a:r>
              <a:rPr lang="en-US" sz="2800" b="1" dirty="0" err="1" smtClean="0">
                <a:solidFill>
                  <a:srgbClr val="996633"/>
                </a:solidFill>
                <a:cs typeface="Kokila" panose="020B0604020202020204" pitchFamily="34" charset="0"/>
              </a:rPr>
              <a:t>Rekha</a:t>
            </a:r>
            <a:endParaRPr lang="en-IN" sz="2800" b="1" dirty="0">
              <a:solidFill>
                <a:srgbClr val="2E73B6"/>
              </a:solidFill>
              <a:cs typeface="Calibri" panose="020F0502020204030204" pitchFamily="34" charset="0"/>
            </a:endParaRPr>
          </a:p>
        </p:txBody>
      </p:sp>
    </p:spTree>
    <p:extLst>
      <p:ext uri="{BB962C8B-B14F-4D97-AF65-F5344CB8AC3E}">
        <p14:creationId xmlns:p14="http://schemas.microsoft.com/office/powerpoint/2010/main" val="36975406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93EA27F-9C4B-5317-753B-36D50F0E371E}"/>
            </a:ext>
          </a:extLst>
        </p:cNvPr>
        <p:cNvGrpSpPr/>
        <p:nvPr/>
      </p:nvGrpSpPr>
      <p:grpSpPr>
        <a:xfrm>
          <a:off x="0" y="0"/>
          <a:ext cx="0" cy="0"/>
          <a:chOff x="0" y="0"/>
          <a:chExt cx="0" cy="0"/>
        </a:xfrm>
      </p:grpSpPr>
      <p:sp>
        <p:nvSpPr>
          <p:cNvPr id="9" name="Subtitle 2">
            <a:extLst>
              <a:ext uri="{FF2B5EF4-FFF2-40B4-BE49-F238E27FC236}">
                <a16:creationId xmlns:a16="http://schemas.microsoft.com/office/drawing/2014/main" xmlns="" id="{B87579FE-7A52-F3AC-8EA1-C7A3CFB32EF4}"/>
              </a:ext>
            </a:extLst>
          </p:cNvPr>
          <p:cNvSpPr txBox="1">
            <a:spLocks/>
          </p:cNvSpPr>
          <p:nvPr/>
        </p:nvSpPr>
        <p:spPr bwMode="auto">
          <a:xfrm>
            <a:off x="470263" y="345623"/>
            <a:ext cx="11547566" cy="5972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200000"/>
              </a:lnSpc>
            </a:pPr>
            <a:r>
              <a:rPr lang="en-IN" altLang="en-US" sz="4800" b="1" dirty="0">
                <a:solidFill>
                  <a:srgbClr val="FF0000"/>
                </a:solidFill>
                <a:latin typeface="+mj-lt"/>
                <a:cs typeface="Kokila" panose="020B0604020202020204" pitchFamily="34" charset="0"/>
              </a:rPr>
              <a:t>Digital Project Monitoring </a:t>
            </a:r>
            <a:r>
              <a:rPr lang="en-IN" altLang="en-US" sz="4800" b="1" dirty="0" smtClean="0">
                <a:solidFill>
                  <a:srgbClr val="FF0000"/>
                </a:solidFill>
                <a:latin typeface="+mj-lt"/>
                <a:cs typeface="Kokila" panose="020B0604020202020204" pitchFamily="34" charset="0"/>
              </a:rPr>
              <a:t>Initiatives</a:t>
            </a:r>
            <a:r>
              <a:rPr lang="en-IN" altLang="en-US" sz="4800" b="1" dirty="0" smtClean="0">
                <a:solidFill>
                  <a:srgbClr val="996633"/>
                </a:solidFill>
                <a:latin typeface="+mj-lt"/>
                <a:cs typeface="Kokila" panose="020B0604020202020204" pitchFamily="34" charset="0"/>
              </a:rPr>
              <a:t> </a:t>
            </a:r>
          </a:p>
          <a:p>
            <a:pPr algn="ctr" eaLnBrk="1" hangingPunct="1">
              <a:lnSpc>
                <a:spcPct val="200000"/>
              </a:lnSpc>
            </a:pPr>
            <a:r>
              <a:rPr lang="en-US" altLang="en-US" sz="4800" b="1" dirty="0" smtClean="0">
                <a:solidFill>
                  <a:srgbClr val="0070C0"/>
                </a:solidFill>
                <a:latin typeface="+mj-lt"/>
                <a:cs typeface="Kokila" panose="020B0604020202020204" pitchFamily="34" charset="0"/>
              </a:rPr>
              <a:t>For MP </a:t>
            </a:r>
            <a:r>
              <a:rPr lang="en-US" altLang="en-US" sz="4800" b="1" dirty="0" err="1" smtClean="0">
                <a:solidFill>
                  <a:srgbClr val="0070C0"/>
                </a:solidFill>
                <a:latin typeface="+mj-lt"/>
                <a:cs typeface="Kokila" panose="020B0604020202020204" pitchFamily="34" charset="0"/>
              </a:rPr>
              <a:t>Jal</a:t>
            </a:r>
            <a:r>
              <a:rPr lang="en-US" altLang="en-US" sz="4800" b="1" dirty="0" smtClean="0">
                <a:solidFill>
                  <a:srgbClr val="0070C0"/>
                </a:solidFill>
                <a:latin typeface="+mj-lt"/>
                <a:cs typeface="Kokila" panose="020B0604020202020204" pitchFamily="34" charset="0"/>
              </a:rPr>
              <a:t> Nigam By </a:t>
            </a:r>
            <a:r>
              <a:rPr lang="en-US" altLang="en-US" sz="4800" b="1" dirty="0" err="1" smtClean="0">
                <a:solidFill>
                  <a:srgbClr val="0070C0"/>
                </a:solidFill>
                <a:latin typeface="+mj-lt"/>
                <a:cs typeface="Kokila" panose="020B0604020202020204" pitchFamily="34" charset="0"/>
              </a:rPr>
              <a:t>MPSeDC</a:t>
            </a:r>
            <a:endParaRPr lang="en-US" altLang="en-US" sz="4800" b="1" dirty="0" smtClean="0">
              <a:solidFill>
                <a:srgbClr val="0070C0"/>
              </a:solidFill>
              <a:latin typeface="+mj-lt"/>
              <a:cs typeface="Kokila" panose="020B0604020202020204" pitchFamily="34" charset="0"/>
            </a:endParaRPr>
          </a:p>
          <a:p>
            <a:pPr algn="ctr" eaLnBrk="1" hangingPunct="1">
              <a:lnSpc>
                <a:spcPct val="200000"/>
              </a:lnSpc>
            </a:pPr>
            <a:r>
              <a:rPr lang="en-US" altLang="en-US" sz="6000" b="1" dirty="0" smtClean="0">
                <a:solidFill>
                  <a:srgbClr val="0071FE"/>
                </a:solidFill>
                <a:latin typeface="+mj-lt"/>
                <a:cs typeface="Kokila" panose="020B0604020202020204" pitchFamily="34" charset="0"/>
              </a:rPr>
              <a:t>Jal </a:t>
            </a:r>
            <a:r>
              <a:rPr lang="en-US" altLang="en-US" sz="6000" b="1" dirty="0" err="1" smtClean="0">
                <a:solidFill>
                  <a:srgbClr val="0071FE"/>
                </a:solidFill>
                <a:latin typeface="+mj-lt"/>
                <a:cs typeface="Kokila" panose="020B0604020202020204" pitchFamily="34" charset="0"/>
              </a:rPr>
              <a:t>Rekha</a:t>
            </a:r>
            <a:endParaRPr lang="en-US" altLang="en-US" sz="6000" b="1" dirty="0" smtClean="0">
              <a:solidFill>
                <a:srgbClr val="0071FE"/>
              </a:solidFill>
              <a:latin typeface="+mj-lt"/>
              <a:cs typeface="Kokila" panose="020B0604020202020204" pitchFamily="34" charset="0"/>
            </a:endParaRPr>
          </a:p>
          <a:p>
            <a:pPr algn="ctr" eaLnBrk="1" hangingPunct="1">
              <a:lnSpc>
                <a:spcPct val="200000"/>
              </a:lnSpc>
            </a:pPr>
            <a:r>
              <a:rPr lang="en-US" altLang="en-US" sz="3600" b="1" dirty="0" smtClean="0">
                <a:solidFill>
                  <a:srgbClr val="00B050"/>
                </a:solidFill>
                <a:latin typeface="+mj-lt"/>
                <a:cs typeface="Kokila" panose="020B0604020202020204" pitchFamily="34" charset="0"/>
              </a:rPr>
              <a:t>Low cost Make in India Initiative</a:t>
            </a:r>
            <a:endParaRPr lang="en-IN" altLang="en-US" sz="3600" b="1" dirty="0">
              <a:solidFill>
                <a:srgbClr val="00B050"/>
              </a:solidFill>
              <a:latin typeface="+mj-lt"/>
              <a:cs typeface="Kokila" panose="020B0604020202020204" pitchFamily="34" charset="0"/>
            </a:endParaRPr>
          </a:p>
        </p:txBody>
      </p:sp>
      <p:pic>
        <p:nvPicPr>
          <p:cNvPr id="2" name="Picture 1">
            <a:extLst>
              <a:ext uri="{FF2B5EF4-FFF2-40B4-BE49-F238E27FC236}">
                <a16:creationId xmlns:a16="http://schemas.microsoft.com/office/drawing/2014/main" xmlns="" id="{4577BB70-E470-0EEA-F7B1-FFECC37DAC73}"/>
              </a:ext>
            </a:extLst>
          </p:cNvPr>
          <p:cNvPicPr>
            <a:picLocks noChangeAspect="1"/>
          </p:cNvPicPr>
          <p:nvPr/>
        </p:nvPicPr>
        <p:blipFill rotWithShape="1">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0580665" y="128916"/>
            <a:ext cx="1385765" cy="1449514"/>
          </a:xfrm>
          <a:prstGeom prst="rect">
            <a:avLst/>
          </a:prstGeom>
        </p:spPr>
      </p:pic>
      <p:sp>
        <p:nvSpPr>
          <p:cNvPr id="3" name="Rectangle: Rounded Corners 2">
            <a:hlinkClick r:id="rId3" action="ppaction://hlinksldjump"/>
            <a:extLst>
              <a:ext uri="{FF2B5EF4-FFF2-40B4-BE49-F238E27FC236}">
                <a16:creationId xmlns:a16="http://schemas.microsoft.com/office/drawing/2014/main" xmlns="" id="{3B9572C4-9880-19B9-7D90-22D61F5EA2EC}"/>
              </a:ext>
            </a:extLst>
          </p:cNvPr>
          <p:cNvSpPr/>
          <p:nvPr/>
        </p:nvSpPr>
        <p:spPr>
          <a:xfrm>
            <a:off x="5909749" y="6317874"/>
            <a:ext cx="668594" cy="3637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Agenda</a:t>
            </a:r>
          </a:p>
        </p:txBody>
      </p:sp>
    </p:spTree>
    <p:extLst>
      <p:ext uri="{BB962C8B-B14F-4D97-AF65-F5344CB8AC3E}">
        <p14:creationId xmlns:p14="http://schemas.microsoft.com/office/powerpoint/2010/main" val="16291286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a:extLst>
              <a:ext uri="{FF2B5EF4-FFF2-40B4-BE49-F238E27FC236}">
                <a16:creationId xmlns:a16="http://schemas.microsoft.com/office/drawing/2014/main" xmlns="" id="{445652DA-06AC-E940-6008-FAED21F89AA6}"/>
              </a:ext>
            </a:extLst>
          </p:cNvPr>
          <p:cNvSpPr>
            <a:spLocks noChangeArrowheads="1"/>
          </p:cNvSpPr>
          <p:nvPr/>
        </p:nvSpPr>
        <p:spPr bwMode="auto">
          <a:xfrm>
            <a:off x="0" y="359"/>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t>Digital Project Management - </a:t>
            </a:r>
            <a:r>
              <a:rPr lang="en-IN" sz="3200" b="1" dirty="0" err="1"/>
              <a:t>Jal</a:t>
            </a:r>
            <a:r>
              <a:rPr lang="en-IN" sz="3200" b="1" dirty="0"/>
              <a:t> </a:t>
            </a:r>
            <a:r>
              <a:rPr lang="en-IN" sz="3200" b="1" dirty="0" err="1"/>
              <a:t>Rekha</a:t>
            </a:r>
            <a:endParaRPr lang="en-IN" sz="3200" b="1" dirty="0"/>
          </a:p>
        </p:txBody>
      </p:sp>
      <p:sp>
        <p:nvSpPr>
          <p:cNvPr id="5" name="Google Shape;543;p70">
            <a:extLst>
              <a:ext uri="{FF2B5EF4-FFF2-40B4-BE49-F238E27FC236}">
                <a16:creationId xmlns="" xmlns:a16="http://schemas.microsoft.com/office/drawing/2014/main" id="{879FD0F4-EC95-FDFB-F0A3-774B958129C0}"/>
              </a:ext>
            </a:extLst>
          </p:cNvPr>
          <p:cNvSpPr txBox="1"/>
          <p:nvPr/>
        </p:nvSpPr>
        <p:spPr>
          <a:xfrm>
            <a:off x="351605" y="2308550"/>
            <a:ext cx="11613972" cy="4431928"/>
          </a:xfrm>
          <a:prstGeom prst="rect">
            <a:avLst/>
          </a:prstGeom>
          <a:noFill/>
          <a:ln>
            <a:noFill/>
          </a:ln>
        </p:spPr>
        <p:txBody>
          <a:bodyPr spcFirstLastPara="1" wrap="square" lIns="121900" tIns="60933" rIns="121900" bIns="60933" anchor="ctr" anchorCtr="0">
            <a:spAutoFit/>
          </a:bodyPr>
          <a:lstStyle/>
          <a:p>
            <a:pPr marL="457200" indent="-457200" algn="just">
              <a:lnSpc>
                <a:spcPct val="120000"/>
              </a:lnSpc>
              <a:spcAft>
                <a:spcPts val="12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Precise Asset Tracking </a:t>
            </a:r>
            <a:r>
              <a:rPr lang="en-US" sz="2000" dirty="0">
                <a:latin typeface="Segoe UI" panose="020B0502040204020203" pitchFamily="34" charset="0"/>
                <a:ea typeface="Calibri" panose="020F0502020204030204" pitchFamily="34" charset="0"/>
                <a:cs typeface="Segoe UI" panose="020B0502040204020203" pitchFamily="34" charset="0"/>
              </a:rPr>
              <a:t>: Real time location tracking of assets installed and parallel visual comparison with approved designs.</a:t>
            </a:r>
          </a:p>
          <a:p>
            <a:pPr marL="457200" indent="-457200" algn="just">
              <a:lnSpc>
                <a:spcPct val="120000"/>
              </a:lnSpc>
              <a:spcAft>
                <a:spcPts val="12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Ingenious Quality Assurance</a:t>
            </a:r>
            <a:r>
              <a:rPr lang="en-US" sz="2000" dirty="0">
                <a:latin typeface="Segoe UI" panose="020B0502040204020203" pitchFamily="34" charset="0"/>
                <a:ea typeface="Calibri" panose="020F0502020204030204" pitchFamily="34" charset="0"/>
                <a:cs typeface="Segoe UI" panose="020B0502040204020203" pitchFamily="34" charset="0"/>
              </a:rPr>
              <a:t>: Reduce time consumption in inspection procedures and improved work quality through categorized inspections.</a:t>
            </a:r>
          </a:p>
          <a:p>
            <a:pPr marL="457200" indent="-457200" algn="just">
              <a:lnSpc>
                <a:spcPct val="120000"/>
              </a:lnSpc>
              <a:spcAft>
                <a:spcPts val="12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Advance Decision Making </a:t>
            </a:r>
            <a:r>
              <a:rPr lang="en-US" sz="2000" dirty="0">
                <a:latin typeface="Segoe UI" panose="020B0502040204020203" pitchFamily="34" charset="0"/>
                <a:ea typeface="Calibri" panose="020F0502020204030204" pitchFamily="34" charset="0"/>
                <a:cs typeface="Segoe UI" panose="020B0502040204020203" pitchFamily="34" charset="0"/>
              </a:rPr>
              <a:t>: Weekly publishing of progress in workplan, inspection and water supply details enables the “Jal Rekha” team to take precise decisions in time.</a:t>
            </a:r>
          </a:p>
          <a:p>
            <a:pPr marL="457200" indent="-457200" algn="just">
              <a:lnSpc>
                <a:spcPct val="120000"/>
              </a:lnSpc>
              <a:spcAft>
                <a:spcPts val="12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Partnering Up </a:t>
            </a:r>
            <a:r>
              <a:rPr lang="en-US" sz="2000" dirty="0">
                <a:latin typeface="Segoe UI" panose="020B0502040204020203" pitchFamily="34" charset="0"/>
                <a:ea typeface="Calibri" panose="020F0502020204030204" pitchFamily="34" charset="0"/>
                <a:cs typeface="Segoe UI" panose="020B0502040204020203" pitchFamily="34" charset="0"/>
              </a:rPr>
              <a:t>: Partnering the geographically referenced design &amp; drawing data sets with other departments like </a:t>
            </a:r>
            <a:r>
              <a:rPr lang="en-US" sz="2000" dirty="0" smtClean="0">
                <a:latin typeface="Segoe UI" panose="020B0502040204020203" pitchFamily="34" charset="0"/>
                <a:ea typeface="Calibri" panose="020F0502020204030204" pitchFamily="34" charset="0"/>
                <a:cs typeface="Segoe UI" panose="020B0502040204020203" pitchFamily="34" charset="0"/>
              </a:rPr>
              <a:t>Urban, Road, Telecom</a:t>
            </a:r>
            <a:r>
              <a:rPr lang="en-US" sz="2000" dirty="0">
                <a:latin typeface="Segoe UI" panose="020B0502040204020203" pitchFamily="34" charset="0"/>
                <a:ea typeface="Calibri" panose="020F0502020204030204" pitchFamily="34" charset="0"/>
                <a:cs typeface="Segoe UI" panose="020B0502040204020203" pitchFamily="34" charset="0"/>
              </a:rPr>
              <a:t>, MPEB, Domestic Gas Supply agencies </a:t>
            </a:r>
            <a:r>
              <a:rPr lang="en-US" sz="2000" dirty="0" err="1">
                <a:latin typeface="Segoe UI" panose="020B0502040204020203" pitchFamily="34" charset="0"/>
                <a:ea typeface="Calibri" panose="020F0502020204030204" pitchFamily="34" charset="0"/>
                <a:cs typeface="Segoe UI" panose="020B0502040204020203" pitchFamily="34" charset="0"/>
              </a:rPr>
              <a:t>etc</a:t>
            </a:r>
            <a:r>
              <a:rPr lang="en-US" sz="2000" dirty="0">
                <a:latin typeface="Segoe UI" panose="020B0502040204020203" pitchFamily="34" charset="0"/>
                <a:ea typeface="Calibri" panose="020F0502020204030204" pitchFamily="34" charset="0"/>
                <a:cs typeface="Segoe UI" panose="020B0502040204020203" pitchFamily="34" charset="0"/>
              </a:rPr>
              <a:t> enables them to receive NOC from respective departments and to execute their plan in time with out creating any fuss.</a:t>
            </a:r>
          </a:p>
        </p:txBody>
      </p:sp>
      <p:sp>
        <p:nvSpPr>
          <p:cNvPr id="6" name="Google Shape;543;p70"/>
          <p:cNvSpPr txBox="1"/>
          <p:nvPr/>
        </p:nvSpPr>
        <p:spPr>
          <a:xfrm>
            <a:off x="351605" y="1119250"/>
            <a:ext cx="11613972" cy="1277218"/>
          </a:xfrm>
          <a:prstGeom prst="rect">
            <a:avLst/>
          </a:prstGeom>
          <a:noFill/>
          <a:ln>
            <a:noFill/>
          </a:ln>
        </p:spPr>
        <p:txBody>
          <a:bodyPr spcFirstLastPara="1" wrap="square" lIns="121900" tIns="60933" rIns="121900" bIns="60933" anchor="ctr" anchorCtr="0">
            <a:spAutoFit/>
          </a:bodyPr>
          <a:lstStyle/>
          <a:p>
            <a:pPr marL="342900" indent="-342900" algn="just">
              <a:spcAft>
                <a:spcPts val="1800"/>
              </a:spcAft>
              <a:buClr>
                <a:srgbClr val="000000"/>
              </a:buClr>
              <a:buSzPct val="100000"/>
              <a:buFont typeface="Wingdings" panose="05000000000000000000" pitchFamily="2" charset="2"/>
              <a:buChar char="§"/>
            </a:pPr>
            <a:r>
              <a:rPr lang="en-US" sz="2000" b="1" i="1" dirty="0">
                <a:solidFill>
                  <a:srgbClr val="00B0F0"/>
                </a:solidFill>
                <a:latin typeface="Segoe UI" panose="020B0502040204020203" pitchFamily="34" charset="0"/>
                <a:ea typeface="Calibri" panose="020F0502020204030204" pitchFamily="34" charset="0"/>
                <a:cs typeface="Segoe UI" panose="020B0502040204020203" pitchFamily="34" charset="0"/>
              </a:rPr>
              <a:t>“Jal Rekha” </a:t>
            </a:r>
            <a:r>
              <a:rPr lang="en-US" sz="2000" dirty="0">
                <a:latin typeface="Segoe UI" panose="020B0502040204020203" pitchFamily="34" charset="0"/>
                <a:ea typeface="Calibri" panose="020F0502020204030204" pitchFamily="34" charset="0"/>
                <a:cs typeface="Segoe UI" panose="020B0502040204020203" pitchFamily="34" charset="0"/>
              </a:rPr>
              <a:t>is a GIS based tool which can be easily accessible via android &amp; web application to monitor and management of the progress in MVS (Multi Village Water Supply Schemes) under JJM in Madhya Pradesh</a:t>
            </a:r>
            <a:r>
              <a:rPr lang="en-US" sz="2000" dirty="0" smtClean="0">
                <a:latin typeface="Segoe UI" panose="020B0502040204020203" pitchFamily="34" charset="0"/>
                <a:ea typeface="Calibri" panose="020F0502020204030204" pitchFamily="34" charset="0"/>
                <a:cs typeface="Segoe UI" panose="020B0502040204020203" pitchFamily="34" charset="0"/>
              </a:rPr>
              <a:t>.</a:t>
            </a:r>
            <a:endParaRPr lang="en-US" sz="2000" dirty="0">
              <a:latin typeface="Segoe UI" panose="020B0502040204020203" pitchFamily="34" charset="0"/>
              <a:ea typeface="Calibri" panose="020F0502020204030204" pitchFamily="34" charset="0"/>
              <a:cs typeface="Segoe UI" panose="020B0502040204020203" pitchFamily="34" charset="0"/>
            </a:endParaRPr>
          </a:p>
        </p:txBody>
      </p:sp>
    </p:spTree>
    <p:extLst>
      <p:ext uri="{BB962C8B-B14F-4D97-AF65-F5344CB8AC3E}">
        <p14:creationId xmlns:p14="http://schemas.microsoft.com/office/powerpoint/2010/main" val="14363784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a:extLst>
              <a:ext uri="{FF2B5EF4-FFF2-40B4-BE49-F238E27FC236}">
                <a16:creationId xmlns:a16="http://schemas.microsoft.com/office/drawing/2014/main" xmlns="" id="{445652DA-06AC-E940-6008-FAED21F89AA6}"/>
              </a:ext>
            </a:extLst>
          </p:cNvPr>
          <p:cNvSpPr>
            <a:spLocks noChangeArrowheads="1"/>
          </p:cNvSpPr>
          <p:nvPr/>
        </p:nvSpPr>
        <p:spPr bwMode="auto">
          <a:xfrm>
            <a:off x="0" y="359"/>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Digital Project Management - </a:t>
            </a:r>
            <a:r>
              <a:rPr lang="en-IN" sz="3200" b="1" dirty="0" err="1">
                <a:latin typeface="+mn-lt"/>
              </a:rPr>
              <a:t>Jal</a:t>
            </a:r>
            <a:r>
              <a:rPr lang="en-IN" sz="3200" b="1" dirty="0">
                <a:latin typeface="+mn-lt"/>
              </a:rPr>
              <a:t> </a:t>
            </a:r>
            <a:r>
              <a:rPr lang="en-IN" sz="3200" b="1" dirty="0" err="1">
                <a:latin typeface="+mn-lt"/>
              </a:rPr>
              <a:t>Rekha</a:t>
            </a:r>
            <a:endParaRPr lang="en-IN" sz="3200" b="1" dirty="0">
              <a:latin typeface="+mn-lt"/>
            </a:endParaRPr>
          </a:p>
        </p:txBody>
      </p:sp>
      <p:pic>
        <p:nvPicPr>
          <p:cNvPr id="5" name="Picture 4" descr="A screenshot of a computer&#10;&#10;Description automatically generated">
            <a:extLst>
              <a:ext uri="{FF2B5EF4-FFF2-40B4-BE49-F238E27FC236}">
                <a16:creationId xmlns:a16="http://schemas.microsoft.com/office/drawing/2014/main" xmlns="" id="{2D4780A0-0C8C-FEBB-B3E6-1B83C703CE3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299053" y="2172832"/>
            <a:ext cx="5377543" cy="44126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xmlns="" id="{6F409F97-CAAF-A4C3-6891-0CB4ABE6E5AE}"/>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587827" y="2172832"/>
            <a:ext cx="5523261" cy="44126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Google Shape;543;p70"/>
          <p:cNvSpPr txBox="1"/>
          <p:nvPr/>
        </p:nvSpPr>
        <p:spPr>
          <a:xfrm>
            <a:off x="419643" y="938181"/>
            <a:ext cx="11613972" cy="1277218"/>
          </a:xfrm>
          <a:prstGeom prst="rect">
            <a:avLst/>
          </a:prstGeom>
          <a:noFill/>
          <a:ln>
            <a:noFill/>
          </a:ln>
        </p:spPr>
        <p:txBody>
          <a:bodyPr spcFirstLastPara="1" wrap="square" lIns="121900" tIns="60933" rIns="121900" bIns="60933" anchor="ctr" anchorCtr="0">
            <a:spAutoFit/>
          </a:bodyPr>
          <a:lstStyle/>
          <a:p>
            <a:pPr marL="342900" indent="-342900" algn="just">
              <a:spcAft>
                <a:spcPts val="1800"/>
              </a:spcAft>
              <a:buClr>
                <a:srgbClr val="000000"/>
              </a:buClr>
              <a:buSzPct val="100000"/>
              <a:buFont typeface="Wingdings" panose="05000000000000000000" pitchFamily="2" charset="2"/>
              <a:buChar char="§"/>
            </a:pPr>
            <a:r>
              <a:rPr lang="en-US" sz="2000" dirty="0" smtClean="0">
                <a:latin typeface="Segoe UI" panose="020B0502040204020203" pitchFamily="34" charset="0"/>
                <a:ea typeface="Calibri" panose="020F0502020204030204" pitchFamily="34" charset="0"/>
                <a:cs typeface="Segoe UI" panose="020B0502040204020203" pitchFamily="34" charset="0"/>
              </a:rPr>
              <a:t>Information </a:t>
            </a:r>
            <a:r>
              <a:rPr lang="en-US" sz="2000" dirty="0">
                <a:latin typeface="Segoe UI" panose="020B0502040204020203" pitchFamily="34" charset="0"/>
                <a:ea typeface="Calibri" panose="020F0502020204030204" pitchFamily="34" charset="0"/>
                <a:cs typeface="Segoe UI" panose="020B0502040204020203" pitchFamily="34" charset="0"/>
              </a:rPr>
              <a:t>about the MVS assets (Intake Well, </a:t>
            </a:r>
            <a:r>
              <a:rPr lang="en-US" sz="2000" dirty="0" smtClean="0">
                <a:latin typeface="Segoe UI" panose="020B0502040204020203" pitchFamily="34" charset="0"/>
                <a:ea typeface="Calibri" panose="020F0502020204030204" pitchFamily="34" charset="0"/>
                <a:cs typeface="Segoe UI" panose="020B0502040204020203" pitchFamily="34" charset="0"/>
              </a:rPr>
              <a:t>WTP, OHT </a:t>
            </a:r>
            <a:r>
              <a:rPr lang="en-US" sz="2000" dirty="0">
                <a:latin typeface="Segoe UI" panose="020B0502040204020203" pitchFamily="34" charset="0"/>
                <a:ea typeface="Calibri" panose="020F0502020204030204" pitchFamily="34" charset="0"/>
                <a:cs typeface="Segoe UI" panose="020B0502040204020203" pitchFamily="34" charset="0"/>
              </a:rPr>
              <a:t>&amp; Supply lines) constructed over the ground are geo-tagged in Jal Rekha application </a:t>
            </a:r>
            <a:r>
              <a:rPr lang="en-US" sz="2000" dirty="0" smtClean="0">
                <a:latin typeface="Segoe UI" panose="020B0502040204020203" pitchFamily="34" charset="0"/>
                <a:ea typeface="Calibri" panose="020F0502020204030204" pitchFamily="34" charset="0"/>
                <a:cs typeface="Segoe UI" panose="020B0502040204020203" pitchFamily="34" charset="0"/>
              </a:rPr>
              <a:t>and uploaded on </a:t>
            </a:r>
            <a:r>
              <a:rPr lang="en-US" sz="2000" dirty="0" err="1" smtClean="0">
                <a:latin typeface="Segoe UI" panose="020B0502040204020203" pitchFamily="34" charset="0"/>
                <a:ea typeface="Calibri" panose="020F0502020204030204" pitchFamily="34" charset="0"/>
                <a:cs typeface="Segoe UI" panose="020B0502040204020203" pitchFamily="34" charset="0"/>
              </a:rPr>
              <a:t>Jal</a:t>
            </a:r>
            <a:r>
              <a:rPr lang="en-US" sz="2000" dirty="0" smtClean="0">
                <a:latin typeface="Segoe UI" panose="020B0502040204020203" pitchFamily="34" charset="0"/>
                <a:ea typeface="Calibri" panose="020F0502020204030204" pitchFamily="34" charset="0"/>
                <a:cs typeface="Segoe UI" panose="020B0502040204020203" pitchFamily="34" charset="0"/>
              </a:rPr>
              <a:t> </a:t>
            </a:r>
            <a:r>
              <a:rPr lang="en-US" sz="2000" dirty="0" err="1" smtClean="0">
                <a:latin typeface="Segoe UI" panose="020B0502040204020203" pitchFamily="34" charset="0"/>
                <a:ea typeface="Calibri" panose="020F0502020204030204" pitchFamily="34" charset="0"/>
                <a:cs typeface="Segoe UI" panose="020B0502040204020203" pitchFamily="34" charset="0"/>
              </a:rPr>
              <a:t>Rekha</a:t>
            </a:r>
            <a:r>
              <a:rPr lang="en-US" sz="2000" dirty="0" smtClean="0">
                <a:latin typeface="Segoe UI" panose="020B0502040204020203" pitchFamily="34" charset="0"/>
                <a:ea typeface="Calibri" panose="020F0502020204030204" pitchFamily="34" charset="0"/>
                <a:cs typeface="Segoe UI" panose="020B0502040204020203" pitchFamily="34" charset="0"/>
              </a:rPr>
              <a:t> Portal. These GIS based layers were also successfully uploaded over </a:t>
            </a:r>
            <a:r>
              <a:rPr lang="en-US" sz="2000" dirty="0">
                <a:latin typeface="Segoe UI" panose="020B0502040204020203" pitchFamily="34" charset="0"/>
                <a:ea typeface="Calibri" panose="020F0502020204030204" pitchFamily="34" charset="0"/>
                <a:cs typeface="Segoe UI" panose="020B0502040204020203" pitchFamily="34" charset="0"/>
              </a:rPr>
              <a:t>the </a:t>
            </a:r>
            <a:r>
              <a:rPr lang="en-US" sz="2000" b="1" dirty="0">
                <a:latin typeface="Segoe UI" panose="020B0502040204020203" pitchFamily="34" charset="0"/>
                <a:ea typeface="Calibri" panose="020F0502020204030204" pitchFamily="34" charset="0"/>
                <a:cs typeface="Segoe UI" panose="020B0502040204020203" pitchFamily="34" charset="0"/>
              </a:rPr>
              <a:t>PM- </a:t>
            </a:r>
            <a:r>
              <a:rPr lang="en-US" sz="2000" b="1" dirty="0" err="1">
                <a:latin typeface="Segoe UI" panose="020B0502040204020203" pitchFamily="34" charset="0"/>
                <a:ea typeface="Calibri" panose="020F0502020204030204" pitchFamily="34" charset="0"/>
                <a:cs typeface="Segoe UI" panose="020B0502040204020203" pitchFamily="34" charset="0"/>
              </a:rPr>
              <a:t>Gati</a:t>
            </a:r>
            <a:r>
              <a:rPr lang="en-US" sz="2000" b="1" dirty="0">
                <a:latin typeface="Segoe UI" panose="020B0502040204020203" pitchFamily="34" charset="0"/>
                <a:ea typeface="Calibri" panose="020F0502020204030204" pitchFamily="34" charset="0"/>
                <a:cs typeface="Segoe UI" panose="020B0502040204020203" pitchFamily="34" charset="0"/>
              </a:rPr>
              <a:t> Shakti</a:t>
            </a:r>
            <a:r>
              <a:rPr lang="en-US" sz="2000" dirty="0">
                <a:latin typeface="Segoe UI" panose="020B0502040204020203" pitchFamily="34" charset="0"/>
                <a:ea typeface="Calibri" panose="020F0502020204030204" pitchFamily="34" charset="0"/>
                <a:cs typeface="Segoe UI" panose="020B0502040204020203" pitchFamily="34" charset="0"/>
              </a:rPr>
              <a:t> portal through an API.</a:t>
            </a:r>
          </a:p>
        </p:txBody>
      </p:sp>
    </p:spTree>
    <p:extLst>
      <p:ext uri="{BB962C8B-B14F-4D97-AF65-F5344CB8AC3E}">
        <p14:creationId xmlns:p14="http://schemas.microsoft.com/office/powerpoint/2010/main" val="25380484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a:extLst>
              <a:ext uri="{FF2B5EF4-FFF2-40B4-BE49-F238E27FC236}">
                <a16:creationId xmlns:a16="http://schemas.microsoft.com/office/drawing/2014/main" xmlns="" id="{445652DA-06AC-E940-6008-FAED21F89AA6}"/>
              </a:ext>
            </a:extLst>
          </p:cNvPr>
          <p:cNvSpPr>
            <a:spLocks noChangeArrowheads="1"/>
          </p:cNvSpPr>
          <p:nvPr/>
        </p:nvSpPr>
        <p:spPr bwMode="auto">
          <a:xfrm>
            <a:off x="0" y="359"/>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Aptos" panose="020B0004020202020204" pitchFamily="34" charset="0"/>
              </a:rPr>
              <a:t>Digital Project Monitoring </a:t>
            </a:r>
            <a:r>
              <a:rPr lang="en-IN" sz="3200" b="1" dirty="0" smtClean="0">
                <a:latin typeface="Aptos" panose="020B0004020202020204" pitchFamily="34" charset="0"/>
              </a:rPr>
              <a:t>Initiatives – Modules Developed</a:t>
            </a:r>
            <a:endParaRPr lang="en-IN" sz="3200" b="1" dirty="0">
              <a:latin typeface="Aptos" panose="020B0004020202020204" pitchFamily="34" charset="0"/>
            </a:endParaRPr>
          </a:p>
        </p:txBody>
      </p:sp>
      <p:graphicFrame>
        <p:nvGraphicFramePr>
          <p:cNvPr id="4" name="Diagram 3">
            <a:extLst>
              <a:ext uri="{FF2B5EF4-FFF2-40B4-BE49-F238E27FC236}">
                <a16:creationId xmlns:a16="http://schemas.microsoft.com/office/drawing/2014/main" xmlns="" id="{A39D0748-5725-5FA3-4CAA-288C7FFC46F3}"/>
              </a:ext>
            </a:extLst>
          </p:cNvPr>
          <p:cNvGraphicFramePr/>
          <p:nvPr>
            <p:extLst>
              <p:ext uri="{D42A27DB-BD31-4B8C-83A1-F6EECF244321}">
                <p14:modId xmlns:p14="http://schemas.microsoft.com/office/powerpoint/2010/main" val="2505036784"/>
              </p:ext>
            </p:extLst>
          </p:nvPr>
        </p:nvGraphicFramePr>
        <p:xfrm>
          <a:off x="370114" y="719667"/>
          <a:ext cx="11484429" cy="56267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254431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smtClean="0">
                <a:latin typeface="+mn-lt"/>
              </a:rPr>
              <a:t>O&amp;M Billing (GIS-based Operation and Maintenance Modules</a:t>
            </a:r>
            <a:r>
              <a:rPr lang="en-IN" sz="3200" b="1" dirty="0">
                <a:latin typeface="+mn-lt"/>
              </a:rPr>
              <a:t>)</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Content Placeholder 8">
            <a:extLst>
              <a:ext uri="{FF2B5EF4-FFF2-40B4-BE49-F238E27FC236}">
                <a16:creationId xmlns:a16="http://schemas.microsoft.com/office/drawing/2014/main" xmlns="" id="{91FD099D-90EE-D712-75A2-969838CB0943}"/>
              </a:ext>
            </a:extLst>
          </p:cNvPr>
          <p:cNvSpPr>
            <a:spLocks noGrp="1"/>
          </p:cNvSpPr>
          <p:nvPr>
            <p:ph idx="1"/>
          </p:nvPr>
        </p:nvSpPr>
        <p:spPr>
          <a:xfrm>
            <a:off x="540999" y="4679004"/>
            <a:ext cx="10649559" cy="1945532"/>
          </a:xfrm>
        </p:spPr>
        <p:txBody>
          <a:bodyPr anchor="ctr">
            <a:noAutofit/>
          </a:bodyPr>
          <a:lstStyle/>
          <a:p>
            <a:pPr marL="0" indent="0" algn="just">
              <a:lnSpc>
                <a:spcPct val="100000"/>
              </a:lnSpc>
              <a:spcBef>
                <a:spcPts val="0"/>
              </a:spcBef>
              <a:spcAft>
                <a:spcPts val="1800"/>
              </a:spcAft>
              <a:buNone/>
            </a:pPr>
            <a:r>
              <a:rPr lang="en-US" sz="1400" b="1" dirty="0" smtClean="0"/>
              <a:t>Introduction </a:t>
            </a:r>
          </a:p>
          <a:p>
            <a:pPr marL="0" indent="0" algn="just">
              <a:lnSpc>
                <a:spcPct val="100000"/>
              </a:lnSpc>
              <a:spcBef>
                <a:spcPts val="0"/>
              </a:spcBef>
              <a:spcAft>
                <a:spcPts val="1800"/>
              </a:spcAft>
              <a:buNone/>
            </a:pPr>
            <a:r>
              <a:rPr lang="en-US" sz="1200" dirty="0" smtClean="0"/>
              <a:t>The</a:t>
            </a:r>
            <a:r>
              <a:rPr lang="en-US" sz="1200" dirty="0"/>
              <a:t> O&amp;M Billing module in </a:t>
            </a:r>
            <a:r>
              <a:rPr lang="en-US" sz="1200" dirty="0" err="1"/>
              <a:t>Jal</a:t>
            </a:r>
            <a:r>
              <a:rPr lang="en-US" sz="1200" dirty="0"/>
              <a:t> </a:t>
            </a:r>
            <a:r>
              <a:rPr lang="en-US" sz="1200" dirty="0" err="1"/>
              <a:t>Rekha</a:t>
            </a:r>
            <a:r>
              <a:rPr lang="en-US" sz="1200" dirty="0"/>
              <a:t> manages end‑to‑end payment processing for operation and maintenance of schemes, from data capture by GM/contractor to multi‑level approval and final bill generation</a:t>
            </a:r>
            <a:r>
              <a:rPr lang="en-US" sz="1200" dirty="0" smtClean="0"/>
              <a:t>.</a:t>
            </a:r>
          </a:p>
          <a:p>
            <a:pPr marL="0" indent="0">
              <a:lnSpc>
                <a:spcPct val="100000"/>
              </a:lnSpc>
              <a:buNone/>
            </a:pPr>
            <a:r>
              <a:rPr lang="en-US" sz="1200" b="1" dirty="0"/>
              <a:t>Purpose and scope</a:t>
            </a:r>
          </a:p>
          <a:p>
            <a:pPr>
              <a:lnSpc>
                <a:spcPct val="100000"/>
              </a:lnSpc>
            </a:pPr>
            <a:r>
              <a:rPr lang="en-US" sz="1200" dirty="0"/>
              <a:t>Supports preparation of O&amp;M bills for each scheme, covering advances, manpower, CPI‑linked financial calculations, deductions and net payable amount.​</a:t>
            </a:r>
          </a:p>
          <a:p>
            <a:pPr>
              <a:lnSpc>
                <a:spcPct val="100000"/>
              </a:lnSpc>
            </a:pPr>
            <a:r>
              <a:rPr lang="en-US" sz="1200" dirty="0"/>
              <a:t>Pulls technical inputs from </a:t>
            </a:r>
            <a:r>
              <a:rPr lang="en-US" sz="1200" dirty="0" err="1"/>
              <a:t>Dhara</a:t>
            </a:r>
            <a:r>
              <a:rPr lang="en-US" sz="1200" dirty="0"/>
              <a:t> (water‑supply/meter readings) and </a:t>
            </a:r>
            <a:r>
              <a:rPr lang="en-US" sz="1200" dirty="0" err="1"/>
              <a:t>Nirmal</a:t>
            </a:r>
            <a:r>
              <a:rPr lang="en-US" sz="1200" dirty="0"/>
              <a:t> (water‑quality) so billing reflects actual performance against SLBM norms and penalties.</a:t>
            </a:r>
          </a:p>
          <a:p>
            <a:pPr marL="457200" indent="-457200" algn="just">
              <a:lnSpc>
                <a:spcPct val="150000"/>
              </a:lnSpc>
              <a:spcBef>
                <a:spcPts val="0"/>
              </a:spcBef>
              <a:spcAft>
                <a:spcPts val="1800"/>
              </a:spcAft>
              <a:buAutoNum type="arabicPeriod"/>
            </a:pPr>
            <a:endParaRPr lang="en-IN" sz="12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3"/>
          <a:stretch>
            <a:fillRect/>
          </a:stretch>
        </p:blipFill>
        <p:spPr>
          <a:xfrm>
            <a:off x="540999" y="584775"/>
            <a:ext cx="10499895" cy="3820980"/>
          </a:xfrm>
          <a:prstGeom prst="rect">
            <a:avLst/>
          </a:prstGeom>
        </p:spPr>
      </p:pic>
    </p:spTree>
    <p:extLst>
      <p:ext uri="{BB962C8B-B14F-4D97-AF65-F5344CB8AC3E}">
        <p14:creationId xmlns:p14="http://schemas.microsoft.com/office/powerpoint/2010/main" val="4724482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smtClean="0">
                <a:latin typeface="+mn-lt"/>
              </a:rPr>
              <a:t>O&amp;M Billing (GIS-based Operation and Maintenance Modules</a:t>
            </a:r>
            <a:r>
              <a:rPr lang="en-IN" sz="3200" b="1" dirty="0">
                <a:latin typeface="+mn-lt"/>
              </a:rPr>
              <a:t>)</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Content Placeholder 8">
            <a:extLst>
              <a:ext uri="{FF2B5EF4-FFF2-40B4-BE49-F238E27FC236}">
                <a16:creationId xmlns:a16="http://schemas.microsoft.com/office/drawing/2014/main" xmlns="" id="{91FD099D-90EE-D712-75A2-969838CB0943}"/>
              </a:ext>
            </a:extLst>
          </p:cNvPr>
          <p:cNvSpPr>
            <a:spLocks noGrp="1"/>
          </p:cNvSpPr>
          <p:nvPr>
            <p:ph idx="1"/>
          </p:nvPr>
        </p:nvSpPr>
        <p:spPr>
          <a:xfrm>
            <a:off x="550727" y="3249038"/>
            <a:ext cx="10649559" cy="1945532"/>
          </a:xfrm>
        </p:spPr>
        <p:txBody>
          <a:bodyPr anchor="ctr">
            <a:noAutofit/>
          </a:bodyPr>
          <a:lstStyle/>
          <a:p>
            <a:pPr marL="0" indent="0">
              <a:buNone/>
            </a:pPr>
            <a:r>
              <a:rPr lang="en-US" sz="1400" b="1" dirty="0"/>
              <a:t>Key actors and roles</a:t>
            </a:r>
          </a:p>
          <a:p>
            <a:r>
              <a:rPr lang="en-US" sz="1400" b="1" dirty="0"/>
              <a:t>GM</a:t>
            </a:r>
            <a:r>
              <a:rPr lang="en-US" sz="1400" dirty="0"/>
              <a:t> O&amp;M logs in, fills basic and advance‑form details, updates scheme status and performs primary financial calculations for billing.​</a:t>
            </a:r>
          </a:p>
          <a:p>
            <a:r>
              <a:rPr lang="en-US" sz="1400" b="1" dirty="0"/>
              <a:t>Contractor</a:t>
            </a:r>
            <a:r>
              <a:rPr lang="en-US" sz="1400" dirty="0"/>
              <a:t> enters their details, fills CPI‑based financial calculations, maps bulk users and deductions, and generates the draft bill.​</a:t>
            </a:r>
          </a:p>
          <a:p>
            <a:r>
              <a:rPr lang="en-US" sz="1400" dirty="0"/>
              <a:t>PIU GM/SQC/PMC/Deputy Manager/Head office (CGM, PD, CFO, CA, MD) review, edit, comment and approve bills in sequence until final sanction</a:t>
            </a:r>
            <a:endParaRPr lang="en-US" sz="1400" dirty="0"/>
          </a:p>
        </p:txBody>
      </p:sp>
      <p:sp>
        <p:nvSpPr>
          <p:cNvPr id="2" name="Rectangle 1"/>
          <p:cNvSpPr/>
          <p:nvPr/>
        </p:nvSpPr>
        <p:spPr>
          <a:xfrm>
            <a:off x="3048000" y="1997839"/>
            <a:ext cx="6096000" cy="369332"/>
          </a:xfrm>
          <a:prstGeom prst="rect">
            <a:avLst/>
          </a:prstGeom>
        </p:spPr>
        <p:txBody>
          <a:bodyPr>
            <a:spAutoFit/>
          </a:bodyPr>
          <a:lstStyle/>
          <a:p>
            <a:endParaRPr lang="en-US" b="0" i="0" dirty="0">
              <a:effectLst/>
              <a:latin typeface="fkGroteskNeue"/>
            </a:endParaRPr>
          </a:p>
        </p:txBody>
      </p:sp>
      <p:sp>
        <p:nvSpPr>
          <p:cNvPr id="9" name="Content Placeholder 8">
            <a:extLst>
              <a:ext uri="{FF2B5EF4-FFF2-40B4-BE49-F238E27FC236}">
                <a16:creationId xmlns:a16="http://schemas.microsoft.com/office/drawing/2014/main" xmlns="" id="{91FD099D-90EE-D712-75A2-969838CB0943}"/>
              </a:ext>
            </a:extLst>
          </p:cNvPr>
          <p:cNvSpPr txBox="1">
            <a:spLocks/>
          </p:cNvSpPr>
          <p:nvPr/>
        </p:nvSpPr>
        <p:spPr>
          <a:xfrm>
            <a:off x="463178" y="1093166"/>
            <a:ext cx="10649559" cy="1809345"/>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smtClean="0"/>
              <a:t>Core functionality</a:t>
            </a:r>
          </a:p>
          <a:p>
            <a:r>
              <a:rPr lang="en-US" sz="1400" dirty="0" smtClean="0"/>
              <a:t>GM O&amp;M creates scheme‑wise billing cases, uploads supporting documents, and assigns the scheme to a contractor for bill preparation.​</a:t>
            </a:r>
          </a:p>
          <a:p>
            <a:r>
              <a:rPr lang="en-US" sz="1400" dirty="0" smtClean="0"/>
              <a:t>Contractor pages cover manpower, residual‑pressure service points, RM village mapping and management norms; the system computes gross bill, deductions and net payable bill.​</a:t>
            </a:r>
          </a:p>
          <a:p>
            <a:r>
              <a:rPr lang="en-US" sz="1400" dirty="0" smtClean="0"/>
              <a:t>Data from </a:t>
            </a:r>
            <a:r>
              <a:rPr lang="en-US" sz="1400" dirty="0" err="1" smtClean="0"/>
              <a:t>Dhara</a:t>
            </a:r>
            <a:r>
              <a:rPr lang="en-US" sz="1400" dirty="0" smtClean="0"/>
              <a:t> water‑supply entries automatically feeds into O&amp;M billing so consumption, service level and UFW‑related penalties are reflected.</a:t>
            </a:r>
          </a:p>
          <a:p>
            <a:pPr marL="0" indent="0">
              <a:buFont typeface="Arial" panose="020B0604020202020204" pitchFamily="34" charset="0"/>
              <a:buNone/>
            </a:pPr>
            <a:endParaRPr lang="en-US" sz="1400" dirty="0">
              <a:latin typeface="fkGroteskNeue"/>
            </a:endParaRPr>
          </a:p>
        </p:txBody>
      </p:sp>
    </p:spTree>
    <p:extLst>
      <p:ext uri="{BB962C8B-B14F-4D97-AF65-F5344CB8AC3E}">
        <p14:creationId xmlns:p14="http://schemas.microsoft.com/office/powerpoint/2010/main" val="40678573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smtClean="0">
                <a:latin typeface="+mn-lt"/>
              </a:rPr>
              <a:t>O&amp;M Billing (GIS-based Operation and Maintenance Modules</a:t>
            </a:r>
            <a:r>
              <a:rPr lang="en-IN" sz="3200" b="1" dirty="0">
                <a:latin typeface="+mn-lt"/>
              </a:rPr>
              <a:t>)</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p:cNvSpPr/>
          <p:nvPr/>
        </p:nvSpPr>
        <p:spPr>
          <a:xfrm>
            <a:off x="3048000" y="1997839"/>
            <a:ext cx="6096000" cy="369332"/>
          </a:xfrm>
          <a:prstGeom prst="rect">
            <a:avLst/>
          </a:prstGeom>
        </p:spPr>
        <p:txBody>
          <a:bodyPr>
            <a:spAutoFit/>
          </a:bodyPr>
          <a:lstStyle/>
          <a:p>
            <a:endParaRPr lang="en-US" b="0" i="0" dirty="0">
              <a:effectLst/>
              <a:latin typeface="fkGroteskNeue"/>
            </a:endParaRPr>
          </a:p>
        </p:txBody>
      </p:sp>
      <p:sp>
        <p:nvSpPr>
          <p:cNvPr id="10" name="Content Placeholder 8">
            <a:extLst>
              <a:ext uri="{FF2B5EF4-FFF2-40B4-BE49-F238E27FC236}">
                <a16:creationId xmlns:a16="http://schemas.microsoft.com/office/drawing/2014/main" xmlns="" id="{91FD099D-90EE-D712-75A2-969838CB0943}"/>
              </a:ext>
            </a:extLst>
          </p:cNvPr>
          <p:cNvSpPr txBox="1">
            <a:spLocks/>
          </p:cNvSpPr>
          <p:nvPr/>
        </p:nvSpPr>
        <p:spPr>
          <a:xfrm>
            <a:off x="628548" y="4871882"/>
            <a:ext cx="10649559" cy="1809345"/>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smtClean="0"/>
              <a:t>O&amp;M Billing – GM Login</a:t>
            </a:r>
          </a:p>
          <a:p>
            <a:r>
              <a:rPr lang="en-US" sz="1400" dirty="0" smtClean="0"/>
              <a:t>GM O&amp;M Billing login covers Basic Contract Details, Advance Details, Document Upload, and Scheme Status.</a:t>
            </a:r>
          </a:p>
        </p:txBody>
      </p:sp>
      <p:pic>
        <p:nvPicPr>
          <p:cNvPr id="11" name="Picture 10"/>
          <p:cNvPicPr>
            <a:picLocks noChangeAspect="1"/>
          </p:cNvPicPr>
          <p:nvPr/>
        </p:nvPicPr>
        <p:blipFill>
          <a:blip r:embed="rId3"/>
          <a:stretch>
            <a:fillRect/>
          </a:stretch>
        </p:blipFill>
        <p:spPr>
          <a:xfrm>
            <a:off x="94941" y="584775"/>
            <a:ext cx="12002117" cy="4658434"/>
          </a:xfrm>
          <a:prstGeom prst="rect">
            <a:avLst/>
          </a:prstGeom>
        </p:spPr>
      </p:pic>
    </p:spTree>
    <p:extLst>
      <p:ext uri="{BB962C8B-B14F-4D97-AF65-F5344CB8AC3E}">
        <p14:creationId xmlns:p14="http://schemas.microsoft.com/office/powerpoint/2010/main" val="14654955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smtClean="0">
                <a:latin typeface="+mn-lt"/>
              </a:rPr>
              <a:t>O&amp;M Billing (GIS-based Operation and Maintenance Modules</a:t>
            </a:r>
            <a:r>
              <a:rPr lang="en-IN" sz="3200" b="1" dirty="0">
                <a:latin typeface="+mn-lt"/>
              </a:rPr>
              <a:t>)</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p:cNvSpPr/>
          <p:nvPr/>
        </p:nvSpPr>
        <p:spPr>
          <a:xfrm>
            <a:off x="3048000" y="1997839"/>
            <a:ext cx="6096000" cy="369332"/>
          </a:xfrm>
          <a:prstGeom prst="rect">
            <a:avLst/>
          </a:prstGeom>
        </p:spPr>
        <p:txBody>
          <a:bodyPr>
            <a:spAutoFit/>
          </a:bodyPr>
          <a:lstStyle/>
          <a:p>
            <a:endParaRPr lang="en-US" b="0" i="0" dirty="0">
              <a:effectLst/>
              <a:latin typeface="fkGroteskNeue"/>
            </a:endParaRPr>
          </a:p>
        </p:txBody>
      </p:sp>
      <p:sp>
        <p:nvSpPr>
          <p:cNvPr id="10" name="Content Placeholder 8">
            <a:extLst>
              <a:ext uri="{FF2B5EF4-FFF2-40B4-BE49-F238E27FC236}">
                <a16:creationId xmlns:a16="http://schemas.microsoft.com/office/drawing/2014/main" xmlns="" id="{91FD099D-90EE-D712-75A2-969838CB0943}"/>
              </a:ext>
            </a:extLst>
          </p:cNvPr>
          <p:cNvSpPr txBox="1">
            <a:spLocks/>
          </p:cNvSpPr>
          <p:nvPr/>
        </p:nvSpPr>
        <p:spPr>
          <a:xfrm>
            <a:off x="638276" y="5215140"/>
            <a:ext cx="10649559" cy="1809345"/>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smtClean="0"/>
              <a:t>GM Login – Basic Details &amp; Advance Details</a:t>
            </a:r>
          </a:p>
          <a:p>
            <a:r>
              <a:rPr lang="en-US" sz="1400" dirty="0"/>
              <a:t>Contract Details – Basic Details page for the GM in the O&amp;M Billing module, where scheme‑level contract metadata is set up before any RA bills are generated</a:t>
            </a:r>
            <a:r>
              <a:rPr lang="en-US" sz="1400" dirty="0" smtClean="0"/>
              <a:t>.</a:t>
            </a:r>
          </a:p>
          <a:p>
            <a:r>
              <a:rPr lang="en-US" sz="1400" dirty="0"/>
              <a:t>GM Advance Details screen configures SLBM norms and corresponding penalties for quality, quantity, pressure, UFW, and complaints that will later drive automatic deductions in O&amp;M billing.</a:t>
            </a:r>
            <a:endParaRPr lang="en-US" sz="1400" dirty="0" smtClean="0"/>
          </a:p>
          <a:p>
            <a:endParaRPr lang="en-US" sz="1400" dirty="0"/>
          </a:p>
        </p:txBody>
      </p:sp>
      <p:pic>
        <p:nvPicPr>
          <p:cNvPr id="3" name="Picture 2"/>
          <p:cNvPicPr>
            <a:picLocks noChangeAspect="1"/>
          </p:cNvPicPr>
          <p:nvPr/>
        </p:nvPicPr>
        <p:blipFill>
          <a:blip r:embed="rId3"/>
          <a:stretch>
            <a:fillRect/>
          </a:stretch>
        </p:blipFill>
        <p:spPr>
          <a:xfrm>
            <a:off x="123518" y="584775"/>
            <a:ext cx="11944964" cy="4775165"/>
          </a:xfrm>
          <a:prstGeom prst="rect">
            <a:avLst/>
          </a:prstGeom>
        </p:spPr>
      </p:pic>
    </p:spTree>
    <p:extLst>
      <p:ext uri="{BB962C8B-B14F-4D97-AF65-F5344CB8AC3E}">
        <p14:creationId xmlns:p14="http://schemas.microsoft.com/office/powerpoint/2010/main" val="23100889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smtClean="0">
                <a:latin typeface="+mn-lt"/>
              </a:rPr>
              <a:t>O&amp;M Billing (GIS-based Operation and Maintenance Modules</a:t>
            </a:r>
            <a:r>
              <a:rPr lang="en-IN" sz="3200" b="1" dirty="0">
                <a:latin typeface="+mn-lt"/>
              </a:rPr>
              <a:t>)</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p:cNvSpPr/>
          <p:nvPr/>
        </p:nvSpPr>
        <p:spPr>
          <a:xfrm>
            <a:off x="3048000" y="1997839"/>
            <a:ext cx="6096000" cy="369332"/>
          </a:xfrm>
          <a:prstGeom prst="rect">
            <a:avLst/>
          </a:prstGeom>
        </p:spPr>
        <p:txBody>
          <a:bodyPr>
            <a:spAutoFit/>
          </a:bodyPr>
          <a:lstStyle/>
          <a:p>
            <a:endParaRPr lang="en-US" b="0" i="0" dirty="0">
              <a:effectLst/>
              <a:latin typeface="fkGroteskNeue"/>
            </a:endParaRPr>
          </a:p>
        </p:txBody>
      </p:sp>
      <p:pic>
        <p:nvPicPr>
          <p:cNvPr id="4" name="Picture 3"/>
          <p:cNvPicPr>
            <a:picLocks noChangeAspect="1"/>
          </p:cNvPicPr>
          <p:nvPr/>
        </p:nvPicPr>
        <p:blipFill>
          <a:blip r:embed="rId3"/>
          <a:stretch>
            <a:fillRect/>
          </a:stretch>
        </p:blipFill>
        <p:spPr>
          <a:xfrm>
            <a:off x="219629" y="837695"/>
            <a:ext cx="11752741" cy="4572235"/>
          </a:xfrm>
          <a:prstGeom prst="rect">
            <a:avLst/>
          </a:prstGeom>
        </p:spPr>
      </p:pic>
    </p:spTree>
    <p:extLst>
      <p:ext uri="{BB962C8B-B14F-4D97-AF65-F5344CB8AC3E}">
        <p14:creationId xmlns:p14="http://schemas.microsoft.com/office/powerpoint/2010/main" val="21001944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smtClean="0">
                <a:latin typeface="+mn-lt"/>
              </a:rPr>
              <a:t>O&amp;M Billing (GIS-based Operation and Maintenance Modules</a:t>
            </a:r>
            <a:r>
              <a:rPr lang="en-IN" sz="3200" b="1" dirty="0">
                <a:latin typeface="+mn-lt"/>
              </a:rPr>
              <a:t>)</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p:cNvSpPr/>
          <p:nvPr/>
        </p:nvSpPr>
        <p:spPr>
          <a:xfrm>
            <a:off x="3048000" y="1997839"/>
            <a:ext cx="6096000" cy="369332"/>
          </a:xfrm>
          <a:prstGeom prst="rect">
            <a:avLst/>
          </a:prstGeom>
        </p:spPr>
        <p:txBody>
          <a:bodyPr>
            <a:spAutoFit/>
          </a:bodyPr>
          <a:lstStyle/>
          <a:p>
            <a:endParaRPr lang="en-US" b="0" i="0" dirty="0">
              <a:effectLst/>
              <a:latin typeface="fkGroteskNeue"/>
            </a:endParaRPr>
          </a:p>
        </p:txBody>
      </p:sp>
      <p:sp>
        <p:nvSpPr>
          <p:cNvPr id="10" name="Content Placeholder 8">
            <a:extLst>
              <a:ext uri="{FF2B5EF4-FFF2-40B4-BE49-F238E27FC236}">
                <a16:creationId xmlns:a16="http://schemas.microsoft.com/office/drawing/2014/main" xmlns="" id="{91FD099D-90EE-D712-75A2-969838CB0943}"/>
              </a:ext>
            </a:extLst>
          </p:cNvPr>
          <p:cNvSpPr txBox="1">
            <a:spLocks/>
          </p:cNvSpPr>
          <p:nvPr/>
        </p:nvSpPr>
        <p:spPr>
          <a:xfrm>
            <a:off x="686914" y="4896238"/>
            <a:ext cx="10649559" cy="1809345"/>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smtClean="0"/>
              <a:t>GM Login –  Scheme Status</a:t>
            </a:r>
          </a:p>
          <a:p>
            <a:r>
              <a:rPr lang="en-US" sz="1400" dirty="0"/>
              <a:t>Scheme Status page lets the GM record whether the scheme has completed trial run and entered full O&amp;M, with corresponding start/end dates, base CPI value and supporting letters that control eligibility for O&amp;M increment calculations.</a:t>
            </a:r>
            <a:endParaRPr lang="en-US" sz="1400" dirty="0">
              <a:latin typeface="fkGroteskNeue"/>
            </a:endParaRPr>
          </a:p>
        </p:txBody>
      </p:sp>
      <p:pic>
        <p:nvPicPr>
          <p:cNvPr id="3" name="Picture 2"/>
          <p:cNvPicPr>
            <a:picLocks noChangeAspect="1"/>
          </p:cNvPicPr>
          <p:nvPr/>
        </p:nvPicPr>
        <p:blipFill>
          <a:blip r:embed="rId3"/>
          <a:stretch>
            <a:fillRect/>
          </a:stretch>
        </p:blipFill>
        <p:spPr>
          <a:xfrm>
            <a:off x="415922" y="510852"/>
            <a:ext cx="10920551" cy="4897727"/>
          </a:xfrm>
          <a:prstGeom prst="rect">
            <a:avLst/>
          </a:prstGeom>
        </p:spPr>
      </p:pic>
    </p:spTree>
    <p:extLst>
      <p:ext uri="{BB962C8B-B14F-4D97-AF65-F5344CB8AC3E}">
        <p14:creationId xmlns:p14="http://schemas.microsoft.com/office/powerpoint/2010/main" val="4260281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smtClean="0">
                <a:latin typeface="+mn-lt"/>
              </a:rPr>
              <a:t>O&amp;M Billing (GIS-based Operation and Maintenance Modules</a:t>
            </a:r>
            <a:r>
              <a:rPr lang="en-IN" sz="3200" b="1" dirty="0">
                <a:latin typeface="+mn-lt"/>
              </a:rPr>
              <a:t>)</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p:cNvSpPr/>
          <p:nvPr/>
        </p:nvSpPr>
        <p:spPr>
          <a:xfrm>
            <a:off x="3048000" y="1997839"/>
            <a:ext cx="6096000" cy="369332"/>
          </a:xfrm>
          <a:prstGeom prst="rect">
            <a:avLst/>
          </a:prstGeom>
        </p:spPr>
        <p:txBody>
          <a:bodyPr>
            <a:spAutoFit/>
          </a:bodyPr>
          <a:lstStyle/>
          <a:p>
            <a:endParaRPr lang="en-US" b="0" i="0" dirty="0">
              <a:effectLst/>
              <a:latin typeface="fkGroteskNeue"/>
            </a:endParaRPr>
          </a:p>
        </p:txBody>
      </p:sp>
      <p:pic>
        <p:nvPicPr>
          <p:cNvPr id="3" name="Picture 2"/>
          <p:cNvPicPr>
            <a:picLocks noChangeAspect="1"/>
          </p:cNvPicPr>
          <p:nvPr/>
        </p:nvPicPr>
        <p:blipFill>
          <a:blip r:embed="rId3"/>
          <a:stretch>
            <a:fillRect/>
          </a:stretch>
        </p:blipFill>
        <p:spPr>
          <a:xfrm>
            <a:off x="620438" y="555593"/>
            <a:ext cx="10439911" cy="3958042"/>
          </a:xfrm>
          <a:prstGeom prst="rect">
            <a:avLst/>
          </a:prstGeom>
        </p:spPr>
      </p:pic>
      <p:sp>
        <p:nvSpPr>
          <p:cNvPr id="8" name="Content Placeholder 8">
            <a:extLst>
              <a:ext uri="{FF2B5EF4-FFF2-40B4-BE49-F238E27FC236}">
                <a16:creationId xmlns:a16="http://schemas.microsoft.com/office/drawing/2014/main" xmlns="" id="{91FD099D-90EE-D712-75A2-969838CB0943}"/>
              </a:ext>
            </a:extLst>
          </p:cNvPr>
          <p:cNvSpPr txBox="1">
            <a:spLocks/>
          </p:cNvSpPr>
          <p:nvPr/>
        </p:nvSpPr>
        <p:spPr>
          <a:xfrm>
            <a:off x="620438" y="5048655"/>
            <a:ext cx="10649559" cy="1809345"/>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smtClean="0"/>
              <a:t>O&amp;M Billing Contractor Login</a:t>
            </a:r>
          </a:p>
          <a:p>
            <a:r>
              <a:rPr lang="en-US" sz="1400" b="1" dirty="0"/>
              <a:t>O&amp;M RA bill </a:t>
            </a:r>
            <a:r>
              <a:rPr lang="en-US" sz="1400" b="1" dirty="0" smtClean="0"/>
              <a:t>entry</a:t>
            </a:r>
            <a:r>
              <a:rPr lang="en-US" sz="1400" dirty="0" smtClean="0"/>
              <a:t> - At </a:t>
            </a:r>
            <a:r>
              <a:rPr lang="en-US" sz="1400" dirty="0"/>
              <a:t>the top, the contractor selects RA Bill Duration, Financial Year, and Month; the system also shows PIU Name, Scheme Name, and the selected O&amp;M RA Bill Number.​</a:t>
            </a:r>
          </a:p>
          <a:p>
            <a:r>
              <a:rPr lang="en-US" sz="1400" dirty="0"/>
              <a:t>These selections decide which running‑account bill instance they are updating so that calculations and approvals link to the correct scheme and period</a:t>
            </a:r>
            <a:r>
              <a:rPr lang="en-US" sz="1400" dirty="0" smtClean="0"/>
              <a:t>.</a:t>
            </a:r>
          </a:p>
          <a:p>
            <a:r>
              <a:rPr lang="en-US" sz="1400" dirty="0"/>
              <a:t>At the top, the contractor selects RA Bill Duration, Financial Year, and Month; the system also shows PIU Name, Scheme Name, and the selected O&amp;M RA Bill Number.​</a:t>
            </a:r>
          </a:p>
          <a:p>
            <a:r>
              <a:rPr lang="en-US" sz="1400" dirty="0"/>
              <a:t>These selections decide which running‑account bill instance they are updating so that calculations and approvals link to the correct scheme and period.</a:t>
            </a:r>
          </a:p>
          <a:p>
            <a:endParaRPr lang="en-US" sz="1400" dirty="0"/>
          </a:p>
          <a:p>
            <a:pPr marL="0" indent="0">
              <a:buFont typeface="Arial" panose="020B0604020202020204" pitchFamily="34" charset="0"/>
              <a:buNone/>
            </a:pPr>
            <a:endParaRPr lang="en-US" sz="1400" dirty="0">
              <a:latin typeface="fkGroteskNeue"/>
            </a:endParaRPr>
          </a:p>
        </p:txBody>
      </p:sp>
    </p:spTree>
    <p:extLst>
      <p:ext uri="{BB962C8B-B14F-4D97-AF65-F5344CB8AC3E}">
        <p14:creationId xmlns:p14="http://schemas.microsoft.com/office/powerpoint/2010/main" val="35559444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smtClean="0">
                <a:latin typeface="+mn-lt"/>
              </a:rPr>
              <a:t>O&amp;M Billing (GIS-based Operation and Maintenance Modules</a:t>
            </a:r>
            <a:r>
              <a:rPr lang="en-IN" sz="3200" b="1" dirty="0">
                <a:latin typeface="+mn-lt"/>
              </a:rPr>
              <a:t>)</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p:cNvSpPr/>
          <p:nvPr/>
        </p:nvSpPr>
        <p:spPr>
          <a:xfrm>
            <a:off x="3048000" y="1997839"/>
            <a:ext cx="6096000" cy="369332"/>
          </a:xfrm>
          <a:prstGeom prst="rect">
            <a:avLst/>
          </a:prstGeom>
        </p:spPr>
        <p:txBody>
          <a:bodyPr>
            <a:spAutoFit/>
          </a:bodyPr>
          <a:lstStyle/>
          <a:p>
            <a:endParaRPr lang="en-US" b="0" i="0" dirty="0">
              <a:effectLst/>
              <a:latin typeface="fkGroteskNeue"/>
            </a:endParaRPr>
          </a:p>
        </p:txBody>
      </p:sp>
      <p:pic>
        <p:nvPicPr>
          <p:cNvPr id="4" name="Picture 3"/>
          <p:cNvPicPr>
            <a:picLocks noChangeAspect="1"/>
          </p:cNvPicPr>
          <p:nvPr/>
        </p:nvPicPr>
        <p:blipFill>
          <a:blip r:embed="rId3"/>
          <a:stretch>
            <a:fillRect/>
          </a:stretch>
        </p:blipFill>
        <p:spPr>
          <a:xfrm>
            <a:off x="620438" y="584775"/>
            <a:ext cx="10799833" cy="4389890"/>
          </a:xfrm>
          <a:prstGeom prst="rect">
            <a:avLst/>
          </a:prstGeom>
        </p:spPr>
      </p:pic>
      <p:sp>
        <p:nvSpPr>
          <p:cNvPr id="9" name="Content Placeholder 8">
            <a:extLst>
              <a:ext uri="{FF2B5EF4-FFF2-40B4-BE49-F238E27FC236}">
                <a16:creationId xmlns:a16="http://schemas.microsoft.com/office/drawing/2014/main" xmlns="" id="{91FD099D-90EE-D712-75A2-969838CB0943}"/>
              </a:ext>
            </a:extLst>
          </p:cNvPr>
          <p:cNvSpPr txBox="1">
            <a:spLocks/>
          </p:cNvSpPr>
          <p:nvPr/>
        </p:nvSpPr>
        <p:spPr>
          <a:xfrm>
            <a:off x="620438" y="5048655"/>
            <a:ext cx="10649559" cy="1634247"/>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smtClean="0"/>
              <a:t>O&amp;M Billing Contractor Login</a:t>
            </a:r>
          </a:p>
          <a:p>
            <a:r>
              <a:rPr lang="en-US" sz="1400" dirty="0"/>
              <a:t>Below the header there are multiple tabs: </a:t>
            </a:r>
            <a:r>
              <a:rPr lang="en-US" sz="1400" b="1" dirty="0"/>
              <a:t>O&amp;M Bill, Residual Pressure, Complaint </a:t>
            </a:r>
            <a:r>
              <a:rPr lang="en-US" sz="1400" b="1" dirty="0" err="1"/>
              <a:t>Redressal</a:t>
            </a:r>
            <a:r>
              <a:rPr lang="en-US" sz="1400" b="1" dirty="0"/>
              <a:t> Sheet, Additional Facilities, Power Consumption Sheet, Summary.​</a:t>
            </a:r>
          </a:p>
          <a:p>
            <a:r>
              <a:rPr lang="en-US" sz="1400" dirty="0"/>
              <a:t>The current slide shows the O&amp;M Bill tab, which captures high‑level payment amounts and pass‑order copies; other tabs capture technical performance and will later influence deductions and final payable amount.</a:t>
            </a:r>
          </a:p>
          <a:p>
            <a:pPr marL="0" indent="0">
              <a:buFont typeface="Arial" panose="020B0604020202020204" pitchFamily="34" charset="0"/>
              <a:buNone/>
            </a:pPr>
            <a:endParaRPr lang="en-US" sz="1400" dirty="0">
              <a:latin typeface="fkGroteskNeue"/>
            </a:endParaRPr>
          </a:p>
        </p:txBody>
      </p:sp>
    </p:spTree>
    <p:extLst>
      <p:ext uri="{BB962C8B-B14F-4D97-AF65-F5344CB8AC3E}">
        <p14:creationId xmlns:p14="http://schemas.microsoft.com/office/powerpoint/2010/main" val="15807352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smtClean="0">
                <a:latin typeface="+mn-lt"/>
              </a:rPr>
              <a:t>O&amp;M Billing (GIS-based Operation and Maintenance Modules</a:t>
            </a:r>
            <a:r>
              <a:rPr lang="en-IN" sz="3200" b="1" dirty="0">
                <a:latin typeface="+mn-lt"/>
              </a:rPr>
              <a:t>)</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p:cNvSpPr/>
          <p:nvPr/>
        </p:nvSpPr>
        <p:spPr>
          <a:xfrm>
            <a:off x="3048000" y="1997839"/>
            <a:ext cx="6096000" cy="369332"/>
          </a:xfrm>
          <a:prstGeom prst="rect">
            <a:avLst/>
          </a:prstGeom>
        </p:spPr>
        <p:txBody>
          <a:bodyPr>
            <a:spAutoFit/>
          </a:bodyPr>
          <a:lstStyle/>
          <a:p>
            <a:endParaRPr lang="en-US" b="0" i="0" dirty="0">
              <a:effectLst/>
              <a:latin typeface="fkGroteskNeue"/>
            </a:endParaRPr>
          </a:p>
        </p:txBody>
      </p:sp>
      <p:pic>
        <p:nvPicPr>
          <p:cNvPr id="6" name="Picture 5"/>
          <p:cNvPicPr>
            <a:picLocks noChangeAspect="1"/>
          </p:cNvPicPr>
          <p:nvPr/>
        </p:nvPicPr>
        <p:blipFill>
          <a:blip r:embed="rId3"/>
          <a:stretch>
            <a:fillRect/>
          </a:stretch>
        </p:blipFill>
        <p:spPr>
          <a:xfrm>
            <a:off x="749030" y="584775"/>
            <a:ext cx="10671242" cy="4006680"/>
          </a:xfrm>
          <a:prstGeom prst="rect">
            <a:avLst/>
          </a:prstGeom>
        </p:spPr>
      </p:pic>
      <p:sp>
        <p:nvSpPr>
          <p:cNvPr id="8" name="Content Placeholder 8">
            <a:extLst>
              <a:ext uri="{FF2B5EF4-FFF2-40B4-BE49-F238E27FC236}">
                <a16:creationId xmlns:a16="http://schemas.microsoft.com/office/drawing/2014/main" xmlns="" id="{91FD099D-90EE-D712-75A2-969838CB0943}"/>
              </a:ext>
            </a:extLst>
          </p:cNvPr>
          <p:cNvSpPr txBox="1">
            <a:spLocks/>
          </p:cNvSpPr>
          <p:nvPr/>
        </p:nvSpPr>
        <p:spPr>
          <a:xfrm>
            <a:off x="620439" y="5176229"/>
            <a:ext cx="10293996" cy="1506673"/>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Residual pressure </a:t>
            </a:r>
            <a:r>
              <a:rPr lang="en-US" sz="1400" b="1" dirty="0" smtClean="0"/>
              <a:t>tab</a:t>
            </a:r>
            <a:endParaRPr lang="en-US" sz="1400" b="1" dirty="0"/>
          </a:p>
          <a:p>
            <a:r>
              <a:rPr lang="en-US" sz="1400" dirty="0"/>
              <a:t>In the O&amp;M Billing workflow, the Residual Pressure tab is where the contractor records pressure readings at service points to show that minimum pressure norms are met.​</a:t>
            </a:r>
          </a:p>
          <a:p>
            <a:r>
              <a:rPr lang="en-US" sz="1400" dirty="0"/>
              <a:t>These entries are linked with SLBM “Pressure” norms; out‑of‑range values can attract penalties that the system considers when computing net payable O&amp;M </a:t>
            </a:r>
            <a:r>
              <a:rPr lang="en-US" sz="1400" dirty="0" smtClean="0"/>
              <a:t>bill.</a:t>
            </a:r>
          </a:p>
          <a:p>
            <a:pPr marL="0" indent="0">
              <a:buNone/>
            </a:pPr>
            <a:r>
              <a:rPr lang="en-US" sz="1400" b="1" dirty="0" smtClean="0"/>
              <a:t>Complaint </a:t>
            </a:r>
            <a:r>
              <a:rPr lang="en-US" sz="1400" b="1" dirty="0" err="1"/>
              <a:t>Redressal</a:t>
            </a:r>
            <a:r>
              <a:rPr lang="en-US" sz="1400" b="1" dirty="0"/>
              <a:t> Sheet – complaint details</a:t>
            </a:r>
          </a:p>
          <a:p>
            <a:r>
              <a:rPr lang="en-US" sz="1400" dirty="0"/>
              <a:t>The form section “Add Details of Complaints” lets the contractor log each consumer complaint closed during the period, with fields for District, Block, Gram </a:t>
            </a:r>
            <a:r>
              <a:rPr lang="en-US" sz="1400" dirty="0" err="1"/>
              <a:t>Panchayat</a:t>
            </a:r>
            <a:r>
              <a:rPr lang="en-US" sz="1400" dirty="0"/>
              <a:t> and Village, ensuring proper location tagging.​</a:t>
            </a:r>
          </a:p>
          <a:p>
            <a:r>
              <a:rPr lang="en-US" sz="1400" dirty="0"/>
              <a:t>For each complaint they select Type of Complaint, and capture consumer details: Consumer Name and Mobile Number.</a:t>
            </a:r>
          </a:p>
          <a:p>
            <a:pPr marL="0" indent="0">
              <a:buFont typeface="Arial" panose="020B0604020202020204" pitchFamily="34" charset="0"/>
              <a:buNone/>
            </a:pPr>
            <a:endParaRPr lang="en-US" sz="1400" dirty="0">
              <a:latin typeface="fkGroteskNeue"/>
            </a:endParaRPr>
          </a:p>
        </p:txBody>
      </p:sp>
    </p:spTree>
    <p:extLst>
      <p:ext uri="{BB962C8B-B14F-4D97-AF65-F5344CB8AC3E}">
        <p14:creationId xmlns:p14="http://schemas.microsoft.com/office/powerpoint/2010/main" val="14246233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smtClean="0">
                <a:latin typeface="+mn-lt"/>
              </a:rPr>
              <a:t>O&amp;M Billing (GIS-based Operation and Maintenance Modules</a:t>
            </a:r>
            <a:r>
              <a:rPr lang="en-IN" sz="3200" b="1" dirty="0">
                <a:latin typeface="+mn-lt"/>
              </a:rPr>
              <a:t>)</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p:cNvSpPr/>
          <p:nvPr/>
        </p:nvSpPr>
        <p:spPr>
          <a:xfrm>
            <a:off x="3048000" y="1997839"/>
            <a:ext cx="6096000" cy="369332"/>
          </a:xfrm>
          <a:prstGeom prst="rect">
            <a:avLst/>
          </a:prstGeom>
        </p:spPr>
        <p:txBody>
          <a:bodyPr>
            <a:spAutoFit/>
          </a:bodyPr>
          <a:lstStyle/>
          <a:p>
            <a:endParaRPr lang="en-US" b="0" i="0" dirty="0">
              <a:effectLst/>
              <a:latin typeface="fkGroteskNeue"/>
            </a:endParaRPr>
          </a:p>
        </p:txBody>
      </p:sp>
      <p:pic>
        <p:nvPicPr>
          <p:cNvPr id="3" name="Picture 2"/>
          <p:cNvPicPr>
            <a:picLocks noChangeAspect="1"/>
          </p:cNvPicPr>
          <p:nvPr/>
        </p:nvPicPr>
        <p:blipFill>
          <a:blip r:embed="rId3"/>
          <a:stretch>
            <a:fillRect/>
          </a:stretch>
        </p:blipFill>
        <p:spPr>
          <a:xfrm>
            <a:off x="480284" y="584775"/>
            <a:ext cx="11231431" cy="4619523"/>
          </a:xfrm>
          <a:prstGeom prst="rect">
            <a:avLst/>
          </a:prstGeom>
        </p:spPr>
      </p:pic>
      <p:sp>
        <p:nvSpPr>
          <p:cNvPr id="8" name="Content Placeholder 8">
            <a:extLst>
              <a:ext uri="{FF2B5EF4-FFF2-40B4-BE49-F238E27FC236}">
                <a16:creationId xmlns:a16="http://schemas.microsoft.com/office/drawing/2014/main" xmlns="" id="{91FD099D-90EE-D712-75A2-969838CB0943}"/>
              </a:ext>
            </a:extLst>
          </p:cNvPr>
          <p:cNvSpPr txBox="1">
            <a:spLocks/>
          </p:cNvSpPr>
          <p:nvPr/>
        </p:nvSpPr>
        <p:spPr>
          <a:xfrm>
            <a:off x="620439" y="5176229"/>
            <a:ext cx="10293996" cy="1506673"/>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400" dirty="0">
              <a:latin typeface="fkGroteskNeue"/>
            </a:endParaRPr>
          </a:p>
        </p:txBody>
      </p:sp>
      <p:sp>
        <p:nvSpPr>
          <p:cNvPr id="9" name="Content Placeholder 8">
            <a:extLst>
              <a:ext uri="{FF2B5EF4-FFF2-40B4-BE49-F238E27FC236}">
                <a16:creationId xmlns:a16="http://schemas.microsoft.com/office/drawing/2014/main" xmlns="" id="{91FD099D-90EE-D712-75A2-969838CB0943}"/>
              </a:ext>
            </a:extLst>
          </p:cNvPr>
          <p:cNvSpPr txBox="1">
            <a:spLocks/>
          </p:cNvSpPr>
          <p:nvPr/>
        </p:nvSpPr>
        <p:spPr>
          <a:xfrm>
            <a:off x="772839" y="5328629"/>
            <a:ext cx="10293996" cy="1506673"/>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Additional Facilities </a:t>
            </a:r>
            <a:r>
              <a:rPr lang="en-US" sz="1400" b="1" dirty="0" smtClean="0"/>
              <a:t>tab</a:t>
            </a:r>
          </a:p>
          <a:p>
            <a:r>
              <a:rPr lang="en-US" sz="1400" dirty="0" smtClean="0"/>
              <a:t>O&amp;M </a:t>
            </a:r>
            <a:r>
              <a:rPr lang="en-US" sz="1400" dirty="0"/>
              <a:t>Billing, where the contractor records manpower and vehicle provisioning against contract norms so that manpower‑ and mobile‑related penalties can be computed for the RA bill.</a:t>
            </a:r>
            <a:endParaRPr lang="en-US" sz="1400" dirty="0">
              <a:latin typeface="fkGroteskNeue"/>
            </a:endParaRPr>
          </a:p>
        </p:txBody>
      </p:sp>
    </p:spTree>
    <p:extLst>
      <p:ext uri="{BB962C8B-B14F-4D97-AF65-F5344CB8AC3E}">
        <p14:creationId xmlns:p14="http://schemas.microsoft.com/office/powerpoint/2010/main" val="26578058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smtClean="0">
                <a:latin typeface="+mn-lt"/>
              </a:rPr>
              <a:t>O&amp;M Billing (GIS-based Operation and Maintenance Modules</a:t>
            </a:r>
            <a:r>
              <a:rPr lang="en-IN" sz="3200" b="1" dirty="0">
                <a:latin typeface="+mn-lt"/>
              </a:rPr>
              <a:t>)</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p:cNvSpPr/>
          <p:nvPr/>
        </p:nvSpPr>
        <p:spPr>
          <a:xfrm>
            <a:off x="3048000" y="1997839"/>
            <a:ext cx="6096000" cy="369332"/>
          </a:xfrm>
          <a:prstGeom prst="rect">
            <a:avLst/>
          </a:prstGeom>
        </p:spPr>
        <p:txBody>
          <a:bodyPr>
            <a:spAutoFit/>
          </a:bodyPr>
          <a:lstStyle/>
          <a:p>
            <a:endParaRPr lang="en-US" b="0" i="0" dirty="0">
              <a:effectLst/>
              <a:latin typeface="fkGroteskNeue"/>
            </a:endParaRPr>
          </a:p>
        </p:txBody>
      </p:sp>
      <p:pic>
        <p:nvPicPr>
          <p:cNvPr id="4" name="Picture 3"/>
          <p:cNvPicPr>
            <a:picLocks noChangeAspect="1"/>
          </p:cNvPicPr>
          <p:nvPr/>
        </p:nvPicPr>
        <p:blipFill rotWithShape="1">
          <a:blip r:embed="rId3"/>
          <a:srcRect b="3275"/>
          <a:stretch/>
        </p:blipFill>
        <p:spPr>
          <a:xfrm>
            <a:off x="1098633" y="526410"/>
            <a:ext cx="10084394" cy="3734306"/>
          </a:xfrm>
          <a:prstGeom prst="rect">
            <a:avLst/>
          </a:prstGeom>
        </p:spPr>
      </p:pic>
      <p:pic>
        <p:nvPicPr>
          <p:cNvPr id="6" name="Picture 5"/>
          <p:cNvPicPr>
            <a:picLocks noChangeAspect="1"/>
          </p:cNvPicPr>
          <p:nvPr/>
        </p:nvPicPr>
        <p:blipFill rotWithShape="1">
          <a:blip r:embed="rId4"/>
          <a:srcRect l="15861" t="14068" r="1214"/>
          <a:stretch/>
        </p:blipFill>
        <p:spPr>
          <a:xfrm>
            <a:off x="2694561" y="4260717"/>
            <a:ext cx="8394971" cy="2597284"/>
          </a:xfrm>
          <a:prstGeom prst="rect">
            <a:avLst/>
          </a:prstGeom>
        </p:spPr>
      </p:pic>
    </p:spTree>
    <p:extLst>
      <p:ext uri="{BB962C8B-B14F-4D97-AF65-F5344CB8AC3E}">
        <p14:creationId xmlns:p14="http://schemas.microsoft.com/office/powerpoint/2010/main" val="8259369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smtClean="0">
                <a:latin typeface="+mn-lt"/>
              </a:rPr>
              <a:t>O&amp;M Billing (GIS-based Operation and Maintenance Modules</a:t>
            </a:r>
            <a:r>
              <a:rPr lang="en-IN" sz="3200" b="1" dirty="0">
                <a:latin typeface="+mn-lt"/>
              </a:rPr>
              <a:t>)</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p:cNvSpPr/>
          <p:nvPr/>
        </p:nvSpPr>
        <p:spPr>
          <a:xfrm>
            <a:off x="3048000" y="1997839"/>
            <a:ext cx="6096000" cy="369332"/>
          </a:xfrm>
          <a:prstGeom prst="rect">
            <a:avLst/>
          </a:prstGeom>
        </p:spPr>
        <p:txBody>
          <a:bodyPr>
            <a:spAutoFit/>
          </a:bodyPr>
          <a:lstStyle/>
          <a:p>
            <a:endParaRPr lang="en-US" b="0" i="0" dirty="0">
              <a:effectLst/>
              <a:latin typeface="fkGroteskNeue"/>
            </a:endParaRPr>
          </a:p>
        </p:txBody>
      </p:sp>
      <p:sp>
        <p:nvSpPr>
          <p:cNvPr id="8" name="Content Placeholder 8">
            <a:extLst>
              <a:ext uri="{FF2B5EF4-FFF2-40B4-BE49-F238E27FC236}">
                <a16:creationId xmlns:a16="http://schemas.microsoft.com/office/drawing/2014/main" xmlns="" id="{91FD099D-90EE-D712-75A2-969838CB0943}"/>
              </a:ext>
            </a:extLst>
          </p:cNvPr>
          <p:cNvSpPr txBox="1">
            <a:spLocks/>
          </p:cNvSpPr>
          <p:nvPr/>
        </p:nvSpPr>
        <p:spPr>
          <a:xfrm>
            <a:off x="156755" y="2782112"/>
            <a:ext cx="12035245" cy="181907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t>Power Consumption Sheet </a:t>
            </a:r>
            <a:r>
              <a:rPr lang="en-US" sz="1200" b="1" dirty="0" smtClean="0"/>
              <a:t>tab</a:t>
            </a:r>
          </a:p>
          <a:p>
            <a:pPr marL="0" indent="0">
              <a:buNone/>
            </a:pPr>
            <a:r>
              <a:rPr lang="en-US" sz="1200" dirty="0"/>
              <a:t>T</a:t>
            </a:r>
            <a:r>
              <a:rPr lang="en-US" sz="1200" dirty="0" smtClean="0"/>
              <a:t>he </a:t>
            </a:r>
            <a:r>
              <a:rPr lang="en-US" sz="1200" dirty="0"/>
              <a:t>contractor captures electricity‑related data for WTP/Intake/IPS so that power‑use efficiency and excess‑consumption deductions can be computed for the RA bill.</a:t>
            </a:r>
          </a:p>
          <a:p>
            <a:pPr marL="0" indent="0">
              <a:buNone/>
            </a:pPr>
            <a:r>
              <a:rPr lang="en-US" sz="1200" b="1" dirty="0"/>
              <a:t>Monthly calculation inputs</a:t>
            </a:r>
          </a:p>
          <a:p>
            <a:r>
              <a:rPr lang="en-US" sz="1200" dirty="0"/>
              <a:t>The header again fixes RA Bill Duration, Financial Year, Month and O&amp;M RA Bill Number for which these power figures apply.​</a:t>
            </a:r>
          </a:p>
          <a:p>
            <a:r>
              <a:rPr lang="en-US" sz="1200" dirty="0"/>
              <a:t>In “Monthly Calculation”, the contractor enters Month &amp; Year (auto‑calculated), Intermediate Raw Water Demand (MLD), Approved Power Guarantee Variable for Intermediate Raw Water Demand, and Actual Monthly Raw Water Drawn (ML).​</a:t>
            </a:r>
          </a:p>
          <a:p>
            <a:pPr marL="0" indent="0">
              <a:buNone/>
            </a:pPr>
            <a:r>
              <a:rPr lang="en-US" sz="1200" b="1" dirty="0"/>
              <a:t>Variable and fixed power parameters</a:t>
            </a:r>
          </a:p>
          <a:p>
            <a:r>
              <a:rPr lang="en-US" sz="1200" dirty="0"/>
              <a:t>The form takes Power Consumption per Day per MLD for Variable Components (Y) and Number of Days WTP is Functional, which drive the expected variable KWH.​</a:t>
            </a:r>
          </a:p>
          <a:p>
            <a:r>
              <a:rPr lang="en-US" sz="1200" dirty="0"/>
              <a:t>It also records Actual Water Supplied including Allowable Losses (S) and the Minimum of M and S, then asks for Monthly KWH for Variable Components (as per Present Supply) and Monthly KWH for Fixed Components (as per sub‑meter reading).​</a:t>
            </a:r>
          </a:p>
          <a:p>
            <a:pPr marL="0" indent="0">
              <a:buNone/>
            </a:pPr>
            <a:r>
              <a:rPr lang="en-US" sz="1200" b="1" dirty="0"/>
              <a:t>Supporting documents and total KWH</a:t>
            </a:r>
          </a:p>
          <a:p>
            <a:r>
              <a:rPr lang="en-US" sz="1200" dirty="0"/>
              <a:t>For fixed‑component KWH, the contractor uploads a supporting document (e.g., sub‑meter reading sheet).​</a:t>
            </a:r>
          </a:p>
          <a:p>
            <a:r>
              <a:rPr lang="en-US" sz="1200" dirty="0"/>
              <a:t>Fields like Total Monthly KWH, Monthly KWH as per Actual Bill, and Upload Supporting Documents (Electricity Bills – Intake, IPS, WTP) link the numeric entries with scanned electricity bills for audit.</a:t>
            </a:r>
          </a:p>
          <a:p>
            <a:pPr marL="0" indent="0">
              <a:buNone/>
            </a:pPr>
            <a:r>
              <a:rPr lang="en-US" sz="1200" b="1" dirty="0"/>
              <a:t>Excess consumption and deductions</a:t>
            </a:r>
          </a:p>
          <a:p>
            <a:r>
              <a:rPr lang="en-US" sz="1200" dirty="0"/>
              <a:t>The lower part captures Excess Consumption (KWH) derived from comparison of approved and actual KWH.​</a:t>
            </a:r>
          </a:p>
          <a:p>
            <a:r>
              <a:rPr lang="en-US" sz="1200" dirty="0"/>
              <a:t>The contractor then enters monetary deductions: Per Unit Charges, Deduction for Excess Units, Deduction of PF Surcharge, Deduction of TOD Surcharge, Deduction of Surcharge on Outstanding Amount, and Any Other Deduction, all in rupees.​</a:t>
            </a:r>
          </a:p>
          <a:p>
            <a:pPr marL="0" indent="0">
              <a:buNone/>
            </a:pPr>
            <a:r>
              <a:rPr lang="en-US" sz="1200" b="1" dirty="0"/>
              <a:t>Roll‑up into bill</a:t>
            </a:r>
          </a:p>
          <a:p>
            <a:r>
              <a:rPr lang="en-US" sz="1200" dirty="0"/>
              <a:t>A “Total Deductions (in </a:t>
            </a:r>
            <a:r>
              <a:rPr lang="en-US" sz="1200" dirty="0" err="1"/>
              <a:t>Rs</a:t>
            </a:r>
            <a:r>
              <a:rPr lang="en-US" sz="1200" dirty="0"/>
              <a:t>.)” box summarizes all power‑related deductions for that month, with an Add button to append the record to the tabular list below (showing month‑wise KWH and deduction columns).​</a:t>
            </a:r>
          </a:p>
          <a:p>
            <a:r>
              <a:rPr lang="en-US" sz="1200" dirty="0"/>
              <a:t>These totals feed into the O&amp;M RA bill’s penalty section, ensuring that high power consumption beyond guarantees directly reduces the contractor’s payable amount.</a:t>
            </a:r>
          </a:p>
          <a:p>
            <a:pPr marL="0" indent="0">
              <a:buNone/>
            </a:pPr>
            <a:endParaRPr lang="en-US" sz="1200" dirty="0">
              <a:latin typeface="fkGroteskNeue"/>
            </a:endParaRPr>
          </a:p>
        </p:txBody>
      </p:sp>
    </p:spTree>
    <p:extLst>
      <p:ext uri="{BB962C8B-B14F-4D97-AF65-F5344CB8AC3E}">
        <p14:creationId xmlns:p14="http://schemas.microsoft.com/office/powerpoint/2010/main" val="18740145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smtClean="0">
                <a:latin typeface="+mn-lt"/>
              </a:rPr>
              <a:t>O&amp;M Billing (GIS-based Operation and Maintenance Modules</a:t>
            </a:r>
            <a:r>
              <a:rPr lang="en-IN" sz="3200" b="1" dirty="0">
                <a:latin typeface="+mn-lt"/>
              </a:rPr>
              <a:t>)</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p:cNvSpPr/>
          <p:nvPr/>
        </p:nvSpPr>
        <p:spPr>
          <a:xfrm>
            <a:off x="3048000" y="1997839"/>
            <a:ext cx="6096000" cy="369332"/>
          </a:xfrm>
          <a:prstGeom prst="rect">
            <a:avLst/>
          </a:prstGeom>
        </p:spPr>
        <p:txBody>
          <a:bodyPr>
            <a:spAutoFit/>
          </a:bodyPr>
          <a:lstStyle/>
          <a:p>
            <a:endParaRPr lang="en-US" b="0" i="0" dirty="0">
              <a:effectLst/>
              <a:latin typeface="fkGroteskNeue"/>
            </a:endParaRPr>
          </a:p>
        </p:txBody>
      </p:sp>
      <p:sp>
        <p:nvSpPr>
          <p:cNvPr id="8" name="Content Placeholder 8">
            <a:extLst>
              <a:ext uri="{FF2B5EF4-FFF2-40B4-BE49-F238E27FC236}">
                <a16:creationId xmlns:a16="http://schemas.microsoft.com/office/drawing/2014/main" xmlns="" id="{91FD099D-90EE-D712-75A2-969838CB0943}"/>
              </a:ext>
            </a:extLst>
          </p:cNvPr>
          <p:cNvSpPr txBox="1">
            <a:spLocks/>
          </p:cNvSpPr>
          <p:nvPr/>
        </p:nvSpPr>
        <p:spPr>
          <a:xfrm>
            <a:off x="620439" y="5176229"/>
            <a:ext cx="10293996" cy="1506673"/>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smtClean="0"/>
              <a:t>O&amp;M Billing  Contractor Login - Summary of Bill</a:t>
            </a:r>
            <a:endParaRPr lang="en-US" sz="1400" b="1" dirty="0"/>
          </a:p>
          <a:p>
            <a:pPr marL="0" indent="0">
              <a:buNone/>
            </a:pPr>
            <a:r>
              <a:rPr lang="en-US" sz="1400" dirty="0"/>
              <a:t>Summary tab of O&amp;M Billing, where the contractor sees and records the consolidated impact of bulk users, service levels and deductions to arrive at the payable RA bill amount.</a:t>
            </a:r>
            <a:endParaRPr lang="en-US" sz="1400" dirty="0">
              <a:latin typeface="fkGroteskNeue"/>
            </a:endParaRPr>
          </a:p>
        </p:txBody>
      </p:sp>
      <p:pic>
        <p:nvPicPr>
          <p:cNvPr id="3" name="Picture 2"/>
          <p:cNvPicPr>
            <a:picLocks noChangeAspect="1"/>
          </p:cNvPicPr>
          <p:nvPr/>
        </p:nvPicPr>
        <p:blipFill>
          <a:blip r:embed="rId3"/>
          <a:stretch>
            <a:fillRect/>
          </a:stretch>
        </p:blipFill>
        <p:spPr>
          <a:xfrm>
            <a:off x="620439" y="584776"/>
            <a:ext cx="10722012" cy="4895230"/>
          </a:xfrm>
          <a:prstGeom prst="rect">
            <a:avLst/>
          </a:prstGeom>
        </p:spPr>
      </p:pic>
    </p:spTree>
    <p:extLst>
      <p:ext uri="{BB962C8B-B14F-4D97-AF65-F5344CB8AC3E}">
        <p14:creationId xmlns:p14="http://schemas.microsoft.com/office/powerpoint/2010/main" val="3382366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xmlns=""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smtClean="0">
                <a:latin typeface="+mn-lt"/>
              </a:rPr>
              <a:t>O&amp;M Billing (GIS-based Operation and Maintenance Modules</a:t>
            </a:r>
            <a:r>
              <a:rPr lang="en-IN" sz="3200" b="1" dirty="0">
                <a:latin typeface="+mn-lt"/>
              </a:rPr>
              <a:t>)</a:t>
            </a:r>
          </a:p>
        </p:txBody>
      </p:sp>
      <p:sp>
        <p:nvSpPr>
          <p:cNvPr id="7" name="Rectangle 4">
            <a:extLst>
              <a:ext uri="{FF2B5EF4-FFF2-40B4-BE49-F238E27FC236}">
                <a16:creationId xmlns:a16="http://schemas.microsoft.com/office/drawing/2014/main" xmlns=""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p:cNvSpPr/>
          <p:nvPr/>
        </p:nvSpPr>
        <p:spPr>
          <a:xfrm>
            <a:off x="3048000" y="1997839"/>
            <a:ext cx="6096000" cy="369332"/>
          </a:xfrm>
          <a:prstGeom prst="rect">
            <a:avLst/>
          </a:prstGeom>
        </p:spPr>
        <p:txBody>
          <a:bodyPr>
            <a:spAutoFit/>
          </a:bodyPr>
          <a:lstStyle/>
          <a:p>
            <a:endParaRPr lang="en-US" b="0" i="0" dirty="0">
              <a:effectLst/>
              <a:latin typeface="fkGroteskNeue"/>
            </a:endParaRPr>
          </a:p>
        </p:txBody>
      </p:sp>
      <p:sp>
        <p:nvSpPr>
          <p:cNvPr id="8" name="Content Placeholder 8">
            <a:extLst>
              <a:ext uri="{FF2B5EF4-FFF2-40B4-BE49-F238E27FC236}">
                <a16:creationId xmlns:a16="http://schemas.microsoft.com/office/drawing/2014/main" xmlns="" id="{91FD099D-90EE-D712-75A2-969838CB0943}"/>
              </a:ext>
            </a:extLst>
          </p:cNvPr>
          <p:cNvSpPr txBox="1">
            <a:spLocks/>
          </p:cNvSpPr>
          <p:nvPr/>
        </p:nvSpPr>
        <p:spPr>
          <a:xfrm>
            <a:off x="260515" y="3026898"/>
            <a:ext cx="11503468" cy="1506673"/>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smtClean="0"/>
              <a:t>O&amp;M Billing  Contractor Login - Summary of Bill</a:t>
            </a:r>
            <a:endParaRPr lang="en-US" sz="1400" b="1" dirty="0"/>
          </a:p>
          <a:p>
            <a:pPr marL="0" indent="0">
              <a:buNone/>
            </a:pPr>
            <a:r>
              <a:rPr lang="en-US" sz="1400" b="1" dirty="0"/>
              <a:t>Bulk User section</a:t>
            </a:r>
          </a:p>
          <a:p>
            <a:r>
              <a:rPr lang="en-US" sz="1400" dirty="0"/>
              <a:t>The first panel “Bulk User” </a:t>
            </a:r>
            <a:r>
              <a:rPr lang="en-US" sz="1400" dirty="0" err="1"/>
              <a:t>summarises</a:t>
            </a:r>
            <a:r>
              <a:rPr lang="en-US" sz="1400" dirty="0"/>
              <a:t> supply and billing for institutional/industrial bulk consumers connected to the scheme.​</a:t>
            </a:r>
          </a:p>
          <a:p>
            <a:r>
              <a:rPr lang="en-US" sz="1400" dirty="0"/>
              <a:t>Columns include </a:t>
            </a:r>
            <a:r>
              <a:rPr lang="en-US" sz="1400" dirty="0" err="1"/>
              <a:t>S.No</a:t>
            </a:r>
            <a:r>
              <a:rPr lang="en-US" sz="1400" dirty="0"/>
              <a:t>, Name of institution/industry, Daily Demand (KL), No. of Days Water Supplied, Monthly Minimum Bulk Supply (KL), Monthly Actual Supply (KL), Gross Amount (</a:t>
            </a:r>
            <a:r>
              <a:rPr lang="en-US" sz="1400" dirty="0" err="1"/>
              <a:t>Rs</a:t>
            </a:r>
            <a:r>
              <a:rPr lang="en-US" sz="1400" dirty="0"/>
              <a:t>.), Deduction Amount (</a:t>
            </a:r>
            <a:r>
              <a:rPr lang="en-US" sz="1400" dirty="0" err="1"/>
              <a:t>Rs</a:t>
            </a:r>
            <a:r>
              <a:rPr lang="en-US" sz="1400" dirty="0"/>
              <a:t>.), Deduction Applied, Deduction Remark, and Net Amount (</a:t>
            </a:r>
            <a:r>
              <a:rPr lang="en-US" sz="1400" dirty="0" err="1"/>
              <a:t>Rs</a:t>
            </a:r>
            <a:r>
              <a:rPr lang="en-US" sz="1400" dirty="0"/>
              <a:t>.).​</a:t>
            </a:r>
          </a:p>
          <a:p>
            <a:r>
              <a:rPr lang="en-US" sz="1400" dirty="0"/>
              <a:t>The “Save Bulk User (Draft)” button lets the contractor store these entries as a draft before final bill submission.​</a:t>
            </a:r>
          </a:p>
          <a:p>
            <a:pPr marL="0" indent="0">
              <a:buNone/>
            </a:pPr>
            <a:r>
              <a:rPr lang="en-US" sz="1400" b="1" dirty="0"/>
              <a:t>Gross O&amp;M Bill section</a:t>
            </a:r>
          </a:p>
          <a:p>
            <a:r>
              <a:rPr lang="en-US" sz="1400" dirty="0"/>
              <a:t>The next panel “Gross O&amp;M Bill” aggregates scheme‑wide supply norms versus actual performance for domestic consumers.​</a:t>
            </a:r>
          </a:p>
          <a:p>
            <a:r>
              <a:rPr lang="en-US" sz="1400" dirty="0"/>
              <a:t>It captures geography (District, Block, Gram </a:t>
            </a:r>
            <a:r>
              <a:rPr lang="en-US" sz="1400" dirty="0" err="1"/>
              <a:t>Panchayat</a:t>
            </a:r>
            <a:r>
              <a:rPr lang="en-US" sz="1400" dirty="0"/>
              <a:t>, Village), Number of HSC, Census Population (2011), Present Population (per HSC), No. of Days Water Supplied, Minimum Water to be Supplied (KL), Monthly Actual Water Supplied (as per BWM) (KL), Water Supplied (LPCD), and computed Village Amount and Village Amount Considering Water Supplied (</a:t>
            </a:r>
            <a:r>
              <a:rPr lang="en-US" sz="1400" dirty="0" err="1"/>
              <a:t>Rs</a:t>
            </a:r>
            <a:r>
              <a:rPr lang="en-US" sz="1400" dirty="0"/>
              <a:t>.).</a:t>
            </a:r>
          </a:p>
          <a:p>
            <a:r>
              <a:rPr lang="en-US" sz="1400" dirty="0"/>
              <a:t>This section essentially represents the gross O&amp;M entitlement before applying penalties for quality, quantity, pressure or complaints.</a:t>
            </a:r>
          </a:p>
          <a:p>
            <a:pPr marL="0" indent="0">
              <a:buNone/>
            </a:pPr>
            <a:r>
              <a:rPr lang="en-US" sz="1400" b="1" dirty="0"/>
              <a:t>Deductions as per agreement norms</a:t>
            </a:r>
          </a:p>
          <a:p>
            <a:r>
              <a:rPr lang="en-US" sz="1400" dirty="0"/>
              <a:t>The final panel “Deduction As per Agreement Norms” holds all service‑level deductions that will reduce the gross amount to arrive at payable value.​</a:t>
            </a:r>
          </a:p>
          <a:p>
            <a:r>
              <a:rPr lang="en-US" sz="1400" dirty="0"/>
              <a:t>Columns include geography fields plus: Amount of village considering water supplied, No. of HSC getting low pressure + no. of days problem exists, No. of events above 48 hours, Deduction for not providing potable water, Deduction for not providing per‑capita supply of water, Deduction for pressure at consumer end, Deduction for complaint </a:t>
            </a:r>
            <a:r>
              <a:rPr lang="en-US" sz="1400" dirty="0" err="1"/>
              <a:t>redressal</a:t>
            </a:r>
            <a:r>
              <a:rPr lang="en-US" sz="1400" dirty="0"/>
              <a:t>, and a final Payable amount after these quality/quantity/pressure/complaint deductions.</a:t>
            </a:r>
          </a:p>
          <a:p>
            <a:pPr marL="0" indent="0">
              <a:buNone/>
            </a:pPr>
            <a:r>
              <a:rPr lang="en-US" sz="1400" b="1" dirty="0"/>
              <a:t>How contractor uses the Summary sheet</a:t>
            </a:r>
          </a:p>
          <a:p>
            <a:r>
              <a:rPr lang="en-US" sz="1400" dirty="0"/>
              <a:t>After filling all earlier tabs (billing, residual pressure, complaints, additional facilities, power), the contractor reviews and edits these summary rows so that bulk‑user billing, gross O&amp;M entitlement and all agreement‑based deductions are correctly reflected.</a:t>
            </a:r>
          </a:p>
          <a:p>
            <a:r>
              <a:rPr lang="en-US" sz="1400" dirty="0"/>
              <a:t>Once satisfied, they save and forward the RA bill, and this summary becomes the key reference for GM/PIU, SQC and higher‑level approvers while reviewing the contractor’s O&amp;M payment for the period</a:t>
            </a:r>
            <a:r>
              <a:rPr lang="en-US" sz="1400" dirty="0" smtClean="0"/>
              <a:t>.</a:t>
            </a:r>
            <a:r>
              <a:rPr lang="en-US" sz="1400" dirty="0"/>
              <a:t/>
            </a:r>
            <a:br>
              <a:rPr lang="en-US" sz="1400" dirty="0"/>
            </a:br>
            <a:endParaRPr lang="en-US" sz="1400" dirty="0">
              <a:latin typeface="fkGroteskNeue"/>
            </a:endParaRPr>
          </a:p>
        </p:txBody>
      </p:sp>
    </p:spTree>
    <p:extLst>
      <p:ext uri="{BB962C8B-B14F-4D97-AF65-F5344CB8AC3E}">
        <p14:creationId xmlns:p14="http://schemas.microsoft.com/office/powerpoint/2010/main" val="356227432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EY light background">
  <a:themeElements>
    <a:clrScheme name="Custom 8">
      <a:dk1>
        <a:srgbClr val="FFFFFF"/>
      </a:dk1>
      <a:lt1>
        <a:srgbClr val="2E2E38"/>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AFBCC4-8686-44FD-8393-DAC96C73BCF8}">
  <we:reference id="c3b3159f-c9fe-4860-a4cb-a5d5f254c545" version="6.0.0.0" store="EXCatalog" storeType="EXCatalog"/>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 2013 - 2022</Template>
  <TotalTime>1340</TotalTime>
  <Words>803</Words>
  <Application>Microsoft Office PowerPoint</Application>
  <PresentationFormat>Widescreen</PresentationFormat>
  <Paragraphs>141</Paragraphs>
  <Slides>19</Slides>
  <Notes>17</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19</vt:i4>
      </vt:variant>
    </vt:vector>
  </HeadingPairs>
  <TitlesOfParts>
    <vt:vector size="32" baseType="lpstr">
      <vt:lpstr>Aptos</vt:lpstr>
      <vt:lpstr>Arial</vt:lpstr>
      <vt:lpstr>Calibri</vt:lpstr>
      <vt:lpstr>Calibri Light</vt:lpstr>
      <vt:lpstr>EYInterstate</vt:lpstr>
      <vt:lpstr>EYInterstate Light</vt:lpstr>
      <vt:lpstr>fkGroteskNeue</vt:lpstr>
      <vt:lpstr>Georgia</vt:lpstr>
      <vt:lpstr>Kokila</vt:lpstr>
      <vt:lpstr>Segoe UI</vt:lpstr>
      <vt:lpstr>Wingdings</vt:lpstr>
      <vt:lpstr>Office Theme</vt:lpstr>
      <vt:lpstr>2_EY light background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Atul Kumar</dc:creator>
  <cp:lastModifiedBy>Microsoft account</cp:lastModifiedBy>
  <cp:revision>102</cp:revision>
  <cp:lastPrinted>2025-03-05T07:18:02Z</cp:lastPrinted>
  <dcterms:created xsi:type="dcterms:W3CDTF">2023-10-25T09:50:21Z</dcterms:created>
  <dcterms:modified xsi:type="dcterms:W3CDTF">2026-02-14T07:19:26Z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ppReportDate">
    <vt:lpwstr/>
  </property>
  <property fmtid="{D5CDD505-2E9C-101B-9397-08002B2CF9AE}" pid="3" name="WppReportVersion">
    <vt:lpwstr>Version 1.0</vt:lpwstr>
  </property>
  <property fmtid="{D5CDD505-2E9C-101B-9397-08002B2CF9AE}" pid="4" name="WppReportDraft">
    <vt:lpwstr>(Draft)</vt:lpwstr>
  </property>
  <property fmtid="{D5CDD505-2E9C-101B-9397-08002B2CF9AE}" pid="5" name="WppReportCurrencySymbol">
    <vt:lpwstr>₹</vt:lpwstr>
  </property>
  <property fmtid="{D5CDD505-2E9C-101B-9397-08002B2CF9AE}" pid="6" name="WppReportDashboardTitleText">
    <vt:lpwstr>Dashboard</vt:lpwstr>
  </property>
  <property fmtid="{D5CDD505-2E9C-101B-9397-08002B2CF9AE}" pid="7" name="WppReportShortPageNumberFormat">
    <vt:lpwstr>Page &lt;#&gt;</vt:lpwstr>
  </property>
  <property fmtid="{D5CDD505-2E9C-101B-9397-08002B2CF9AE}" pid="8" name="WppReportLongPageNumberFormat">
    <vt:lpwstr>Page &lt;#&gt; of &lt;PageCount&gt;</vt:lpwstr>
  </property>
  <property fmtid="{D5CDD505-2E9C-101B-9397-08002B2CF9AE}" pid="9" name="WppReportTocTitleText">
    <vt:lpwstr>Table of contents</vt:lpwstr>
  </property>
  <property fmtid="{D5CDD505-2E9C-101B-9397-08002B2CF9AE}" pid="10" name="WppReportIsTocUpdateRecommended">
    <vt:bool>true</vt:bool>
  </property>
  <property fmtid="{D5CDD505-2E9C-101B-9397-08002B2CF9AE}" pid="11" name="WppReportPropertiesLastWrittenToDocument">
    <vt:filetime>2024-02-04T07:01:18Z</vt:filetime>
  </property>
  <property fmtid="{D5CDD505-2E9C-101B-9397-08002B2CF9AE}" pid="12" name="MSIP_Label_c294d68a-d2f5-40e0-927d-026bfab8fc4b_Enabled">
    <vt:lpwstr>true</vt:lpwstr>
  </property>
  <property fmtid="{D5CDD505-2E9C-101B-9397-08002B2CF9AE}" pid="13" name="MSIP_Label_c294d68a-d2f5-40e0-927d-026bfab8fc4b_SetDate">
    <vt:lpwstr>2025-11-26T12:32:18Z</vt:lpwstr>
  </property>
  <property fmtid="{D5CDD505-2E9C-101B-9397-08002B2CF9AE}" pid="14" name="MSIP_Label_c294d68a-d2f5-40e0-927d-026bfab8fc4b_Method">
    <vt:lpwstr>Privileged</vt:lpwstr>
  </property>
  <property fmtid="{D5CDD505-2E9C-101B-9397-08002B2CF9AE}" pid="15" name="MSIP_Label_c294d68a-d2f5-40e0-927d-026bfab8fc4b_Name">
    <vt:lpwstr>l1_internal</vt:lpwstr>
  </property>
  <property fmtid="{D5CDD505-2E9C-101B-9397-08002B2CF9AE}" pid="16" name="MSIP_Label_c294d68a-d2f5-40e0-927d-026bfab8fc4b_SiteId">
    <vt:lpwstr>a5877034-8d6a-496a-8cf8-ceb5e3451109</vt:lpwstr>
  </property>
  <property fmtid="{D5CDD505-2E9C-101B-9397-08002B2CF9AE}" pid="17" name="MSIP_Label_c294d68a-d2f5-40e0-927d-026bfab8fc4b_ActionId">
    <vt:lpwstr>3a1f39fc-c9aa-4da3-a186-0229e93a03d2</vt:lpwstr>
  </property>
  <property fmtid="{D5CDD505-2E9C-101B-9397-08002B2CF9AE}" pid="18" name="MSIP_Label_c294d68a-d2f5-40e0-927d-026bfab8fc4b_ContentBits">
    <vt:lpwstr>2</vt:lpwstr>
  </property>
  <property fmtid="{D5CDD505-2E9C-101B-9397-08002B2CF9AE}" pid="19" name="MSIP_Label_c294d68a-d2f5-40e0-927d-026bfab8fc4b_Tag">
    <vt:lpwstr>10, 0, 1, 1</vt:lpwstr>
  </property>
  <property fmtid="{D5CDD505-2E9C-101B-9397-08002B2CF9AE}" pid="20" name="ClassificationContentMarkingFooterLocations">
    <vt:lpwstr>Office Theme:8\2_EY light background:4</vt:lpwstr>
  </property>
  <property fmtid="{D5CDD505-2E9C-101B-9397-08002B2CF9AE}" pid="21" name="ClassificationContentMarkingFooterText">
    <vt:lpwstr>Data sensitivity - Internal</vt:lpwstr>
  </property>
</Properties>
</file>